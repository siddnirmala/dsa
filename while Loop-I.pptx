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46" r:id="rId2"/>
    <p:sldId id="363" r:id="rId3"/>
    <p:sldId id="364" r:id="rId4"/>
    <p:sldId id="365" r:id="rId5"/>
    <p:sldId id="366" r:id="rId6"/>
    <p:sldId id="367" r:id="rId7"/>
    <p:sldId id="368" r:id="rId8"/>
    <p:sldId id="369" r:id="rId9"/>
    <p:sldId id="370" r:id="rId10"/>
    <p:sldId id="371" r:id="rId11"/>
    <p:sldId id="372" r:id="rId12"/>
    <p:sldId id="373" r:id="rId13"/>
    <p:sldId id="362" r:id="rId14"/>
    <p:sldId id="37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E1CFE3"/>
    <a:srgbClr val="E8E8E8"/>
    <a:srgbClr val="D4FCE1"/>
    <a:srgbClr val="3FF37B"/>
    <a:srgbClr val="5DF590"/>
    <a:srgbClr val="57FB57"/>
    <a:srgbClr val="BBF96F"/>
    <a:srgbClr val="5CE2DF"/>
    <a:srgbClr val="C9A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6" autoAdjust="0"/>
    <p:restoredTop sz="94660"/>
  </p:normalViewPr>
  <p:slideViewPr>
    <p:cSldViewPr>
      <p:cViewPr varScale="1">
        <p:scale>
          <a:sx n="74" d="100"/>
          <a:sy n="74" d="100"/>
        </p:scale>
        <p:origin x="131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bhu Kumar" userId="74963117abc18628" providerId="LiveId" clId="{28EC49F6-792C-4FB7-A814-D746A306FC75}"/>
    <pc:docChg chg="undo custSel addSld delSld modSld sldOrd">
      <pc:chgData name="Shambhu Kumar" userId="74963117abc18628" providerId="LiveId" clId="{28EC49F6-792C-4FB7-A814-D746A306FC75}" dt="2025-02-11T17:54:16.868" v="923" actId="403"/>
      <pc:docMkLst>
        <pc:docMk/>
      </pc:docMkLst>
      <pc:sldChg chg="del">
        <pc:chgData name="Shambhu Kumar" userId="74963117abc18628" providerId="LiveId" clId="{28EC49F6-792C-4FB7-A814-D746A306FC75}" dt="2025-02-11T14:51:18.362" v="673" actId="2696"/>
        <pc:sldMkLst>
          <pc:docMk/>
          <pc:sldMk cId="3832484108" sldId="280"/>
        </pc:sldMkLst>
      </pc:sldChg>
      <pc:sldChg chg="modSp mod">
        <pc:chgData name="Shambhu Kumar" userId="74963117abc18628" providerId="LiveId" clId="{28EC49F6-792C-4FB7-A814-D746A306FC75}" dt="2025-02-11T17:51:28.461" v="893" actId="403"/>
        <pc:sldMkLst>
          <pc:docMk/>
          <pc:sldMk cId="2376611383" sldId="338"/>
        </pc:sldMkLst>
      </pc:sldChg>
      <pc:sldChg chg="addSp modSp add mod ord">
        <pc:chgData name="Shambhu Kumar" userId="74963117abc18628" providerId="LiveId" clId="{28EC49F6-792C-4FB7-A814-D746A306FC75}" dt="2025-02-11T17:49:19.340" v="877" actId="403"/>
        <pc:sldMkLst>
          <pc:docMk/>
          <pc:sldMk cId="2226280035" sldId="339"/>
        </pc:sldMkLst>
      </pc:sldChg>
      <pc:sldChg chg="del">
        <pc:chgData name="Shambhu Kumar" userId="74963117abc18628" providerId="LiveId" clId="{28EC49F6-792C-4FB7-A814-D746A306FC75}" dt="2025-02-11T14:19:12.733" v="190" actId="2696"/>
        <pc:sldMkLst>
          <pc:docMk/>
          <pc:sldMk cId="3782716333" sldId="339"/>
        </pc:sldMkLst>
      </pc:sldChg>
      <pc:sldChg chg="modSp add mod">
        <pc:chgData name="Shambhu Kumar" userId="74963117abc18628" providerId="LiveId" clId="{28EC49F6-792C-4FB7-A814-D746A306FC75}" dt="2025-02-11T17:51:50.928" v="897" actId="403"/>
        <pc:sldMkLst>
          <pc:docMk/>
          <pc:sldMk cId="3152058654" sldId="340"/>
        </pc:sldMkLst>
      </pc:sldChg>
      <pc:sldChg chg="addSp modSp add mod">
        <pc:chgData name="Shambhu Kumar" userId="74963117abc18628" providerId="LiveId" clId="{28EC49F6-792C-4FB7-A814-D746A306FC75}" dt="2025-02-11T17:52:14.971" v="901" actId="403"/>
        <pc:sldMkLst>
          <pc:docMk/>
          <pc:sldMk cId="471389349" sldId="341"/>
        </pc:sldMkLst>
      </pc:sldChg>
      <pc:sldChg chg="addSp delSp modSp add mod">
        <pc:chgData name="Shambhu Kumar" userId="74963117abc18628" providerId="LiveId" clId="{28EC49F6-792C-4FB7-A814-D746A306FC75}" dt="2025-02-11T17:52:35.859" v="905" actId="403"/>
        <pc:sldMkLst>
          <pc:docMk/>
          <pc:sldMk cId="1526212849" sldId="342"/>
        </pc:sldMkLst>
      </pc:sldChg>
      <pc:sldChg chg="addSp modSp add mod">
        <pc:chgData name="Shambhu Kumar" userId="74963117abc18628" providerId="LiveId" clId="{28EC49F6-792C-4FB7-A814-D746A306FC75}" dt="2025-02-11T17:52:55.851" v="909" actId="403"/>
        <pc:sldMkLst>
          <pc:docMk/>
          <pc:sldMk cId="2170448086" sldId="343"/>
        </pc:sldMkLst>
      </pc:sldChg>
      <pc:sldChg chg="addSp modSp add del mod ord">
        <pc:chgData name="Shambhu Kumar" userId="74963117abc18628" providerId="LiveId" clId="{28EC49F6-792C-4FB7-A814-D746A306FC75}" dt="2025-02-11T15:02:39.072" v="852" actId="2696"/>
        <pc:sldMkLst>
          <pc:docMk/>
          <pc:sldMk cId="3324501795" sldId="344"/>
        </pc:sldMkLst>
      </pc:sldChg>
      <pc:sldChg chg="addSp modSp add mod ord">
        <pc:chgData name="Shambhu Kumar" userId="74963117abc18628" providerId="LiveId" clId="{28EC49F6-792C-4FB7-A814-D746A306FC75}" dt="2025-02-11T17:54:16.868" v="923" actId="403"/>
        <pc:sldMkLst>
          <pc:docMk/>
          <pc:sldMk cId="2809819034" sldId="345"/>
        </pc:sldMkLst>
      </pc:sldChg>
      <pc:sldChg chg="delSp modSp add mod">
        <pc:chgData name="Shambhu Kumar" userId="74963117abc18628" providerId="LiveId" clId="{28EC49F6-792C-4FB7-A814-D746A306FC75}" dt="2025-02-11T17:50:25.082" v="881" actId="403"/>
        <pc:sldMkLst>
          <pc:docMk/>
          <pc:sldMk cId="3660750588" sldId="346"/>
        </pc:sldMkLst>
        <pc:spChg chg="mod">
          <ac:chgData name="Shambhu Kumar" userId="74963117abc18628" providerId="LiveId" clId="{28EC49F6-792C-4FB7-A814-D746A306FC75}" dt="2025-02-11T14:44:35.589" v="529" actId="20577"/>
          <ac:spMkLst>
            <pc:docMk/>
            <pc:sldMk cId="3660750588" sldId="346"/>
            <ac:spMk id="3" creationId="{8D3C3F04-E680-B5CB-01A7-40FD4DB22123}"/>
          </ac:spMkLst>
        </pc:spChg>
        <pc:spChg chg="mod">
          <ac:chgData name="Shambhu Kumar" userId="74963117abc18628" providerId="LiveId" clId="{28EC49F6-792C-4FB7-A814-D746A306FC75}" dt="2025-02-11T17:50:25.082" v="881" actId="403"/>
          <ac:spMkLst>
            <pc:docMk/>
            <pc:sldMk cId="3660750588" sldId="346"/>
            <ac:spMk id="5" creationId="{195C3BAB-D236-136E-13BE-334086C7172B}"/>
          </ac:spMkLst>
        </pc:spChg>
      </pc:sldChg>
      <pc:sldChg chg="modSp add mod">
        <pc:chgData name="Shambhu Kumar" userId="74963117abc18628" providerId="LiveId" clId="{28EC49F6-792C-4FB7-A814-D746A306FC75}" dt="2025-02-11T17:51:06.561" v="889" actId="404"/>
        <pc:sldMkLst>
          <pc:docMk/>
          <pc:sldMk cId="2410654239" sldId="347"/>
        </pc:sldMkLst>
      </pc:sldChg>
      <pc:sldChg chg="modSp add mod ord">
        <pc:chgData name="Shambhu Kumar" userId="74963117abc18628" providerId="LiveId" clId="{28EC49F6-792C-4FB7-A814-D746A306FC75}" dt="2025-02-11T17:53:10.570" v="913" actId="403"/>
        <pc:sldMkLst>
          <pc:docMk/>
          <pc:sldMk cId="2838984948" sldId="348"/>
        </pc:sldMkLst>
      </pc:sldChg>
      <pc:sldChg chg="modSp add mod">
        <pc:chgData name="Shambhu Kumar" userId="74963117abc18628" providerId="LiveId" clId="{28EC49F6-792C-4FB7-A814-D746A306FC75}" dt="2025-02-11T17:53:40.191" v="917" actId="403"/>
        <pc:sldMkLst>
          <pc:docMk/>
          <pc:sldMk cId="66026277" sldId="349"/>
        </pc:sldMkLst>
      </pc:sldChg>
      <pc:sldChg chg="modSp add mod">
        <pc:chgData name="Shambhu Kumar" userId="74963117abc18628" providerId="LiveId" clId="{28EC49F6-792C-4FB7-A814-D746A306FC75}" dt="2025-02-11T17:54:01.117" v="921" actId="403"/>
        <pc:sldMkLst>
          <pc:docMk/>
          <pc:sldMk cId="2453835151" sldId="350"/>
        </pc:sldMkLst>
      </pc:sldChg>
    </pc:docChg>
  </pc:docChgLst>
  <pc:docChgLst>
    <pc:chgData name="Shambhu Kumar" userId="74963117abc18628" providerId="LiveId" clId="{BA3C6786-D24A-40F1-8D15-59AE04C4B76D}"/>
    <pc:docChg chg="custSel addSld delSld modSld">
      <pc:chgData name="Shambhu Kumar" userId="74963117abc18628" providerId="LiveId" clId="{BA3C6786-D24A-40F1-8D15-59AE04C4B76D}" dt="2025-02-16T17:02:12.694" v="982" actId="1076"/>
      <pc:docMkLst>
        <pc:docMk/>
      </pc:docMkLst>
      <pc:sldChg chg="modSp mod">
        <pc:chgData name="Shambhu Kumar" userId="74963117abc18628" providerId="LiveId" clId="{BA3C6786-D24A-40F1-8D15-59AE04C4B76D}" dt="2025-02-16T12:56:05.397" v="220" actId="20577"/>
        <pc:sldMkLst>
          <pc:docMk/>
          <pc:sldMk cId="3660750588" sldId="346"/>
        </pc:sldMkLst>
        <pc:spChg chg="mod">
          <ac:chgData name="Shambhu Kumar" userId="74963117abc18628" providerId="LiveId" clId="{BA3C6786-D24A-40F1-8D15-59AE04C4B76D}" dt="2025-02-16T12:46:01.724" v="17" actId="20577"/>
          <ac:spMkLst>
            <pc:docMk/>
            <pc:sldMk cId="3660750588" sldId="346"/>
            <ac:spMk id="2" creationId="{478CADB9-D772-BC63-6A7C-CED1932B0B71}"/>
          </ac:spMkLst>
        </pc:spChg>
        <pc:spChg chg="mod">
          <ac:chgData name="Shambhu Kumar" userId="74963117abc18628" providerId="LiveId" clId="{BA3C6786-D24A-40F1-8D15-59AE04C4B76D}" dt="2025-02-16T12:56:05.397" v="220" actId="20577"/>
          <ac:spMkLst>
            <pc:docMk/>
            <pc:sldMk cId="3660750588" sldId="346"/>
            <ac:spMk id="3" creationId="{8D3C3F04-E680-B5CB-01A7-40FD4DB22123}"/>
          </ac:spMkLst>
        </pc:spChg>
      </pc:sldChg>
      <pc:sldChg chg="addSp modSp add mod">
        <pc:chgData name="Shambhu Kumar" userId="74963117abc18628" providerId="LiveId" clId="{BA3C6786-D24A-40F1-8D15-59AE04C4B76D}" dt="2025-02-16T12:51:33.104" v="109" actId="14100"/>
        <pc:sldMkLst>
          <pc:docMk/>
          <pc:sldMk cId="2368288133" sldId="347"/>
        </pc:sldMkLst>
      </pc:sldChg>
      <pc:sldChg chg="delSp modSp add mod">
        <pc:chgData name="Shambhu Kumar" userId="74963117abc18628" providerId="LiveId" clId="{BA3C6786-D24A-40F1-8D15-59AE04C4B76D}" dt="2025-02-16T12:55:19.064" v="187" actId="403"/>
        <pc:sldMkLst>
          <pc:docMk/>
          <pc:sldMk cId="3953001906" sldId="348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4026151084" sldId="348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53850840" sldId="349"/>
        </pc:sldMkLst>
      </pc:sldChg>
      <pc:sldChg chg="modSp add mod">
        <pc:chgData name="Shambhu Kumar" userId="74963117abc18628" providerId="LiveId" clId="{BA3C6786-D24A-40F1-8D15-59AE04C4B76D}" dt="2025-02-16T12:57:11.393" v="257" actId="20577"/>
        <pc:sldMkLst>
          <pc:docMk/>
          <pc:sldMk cId="4127499724" sldId="349"/>
        </pc:sldMkLst>
      </pc:sldChg>
      <pc:sldChg chg="modSp add mod">
        <pc:chgData name="Shambhu Kumar" userId="74963117abc18628" providerId="LiveId" clId="{BA3C6786-D24A-40F1-8D15-59AE04C4B76D}" dt="2025-02-16T12:58:57.072" v="368" actId="403"/>
        <pc:sldMkLst>
          <pc:docMk/>
          <pc:sldMk cId="3436638987" sldId="350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3498661325" sldId="350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1502560521" sldId="351"/>
        </pc:sldMkLst>
      </pc:sldChg>
      <pc:sldChg chg="addSp modSp add mod">
        <pc:chgData name="Shambhu Kumar" userId="74963117abc18628" providerId="LiveId" clId="{BA3C6786-D24A-40F1-8D15-59AE04C4B76D}" dt="2025-02-16T17:00:57.169" v="971" actId="1076"/>
        <pc:sldMkLst>
          <pc:docMk/>
          <pc:sldMk cId="2205895172" sldId="351"/>
        </pc:sldMkLst>
      </pc:sldChg>
      <pc:sldChg chg="modSp add mod">
        <pc:chgData name="Shambhu Kumar" userId="74963117abc18628" providerId="LiveId" clId="{BA3C6786-D24A-40F1-8D15-59AE04C4B76D}" dt="2025-02-16T13:07:14.722" v="591" actId="1076"/>
        <pc:sldMkLst>
          <pc:docMk/>
          <pc:sldMk cId="488009611" sldId="352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1096850339" sldId="352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1099021037" sldId="353"/>
        </pc:sldMkLst>
      </pc:sldChg>
      <pc:sldChg chg="modSp add mod">
        <pc:chgData name="Shambhu Kumar" userId="74963117abc18628" providerId="LiveId" clId="{BA3C6786-D24A-40F1-8D15-59AE04C4B76D}" dt="2025-02-16T16:26:41.420" v="642" actId="20577"/>
        <pc:sldMkLst>
          <pc:docMk/>
          <pc:sldMk cId="2082433280" sldId="353"/>
        </pc:sldMkLst>
      </pc:sldChg>
      <pc:sldChg chg="modSp add mod">
        <pc:chgData name="Shambhu Kumar" userId="74963117abc18628" providerId="LiveId" clId="{BA3C6786-D24A-40F1-8D15-59AE04C4B76D}" dt="2025-02-16T16:28:05.549" v="696" actId="1076"/>
        <pc:sldMkLst>
          <pc:docMk/>
          <pc:sldMk cId="1118652813" sldId="354"/>
        </pc:sldMkLst>
      </pc:sldChg>
      <pc:sldChg chg="addSp modSp add mod">
        <pc:chgData name="Shambhu Kumar" userId="74963117abc18628" providerId="LiveId" clId="{BA3C6786-D24A-40F1-8D15-59AE04C4B76D}" dt="2025-02-16T17:01:24.099" v="975" actId="1076"/>
        <pc:sldMkLst>
          <pc:docMk/>
          <pc:sldMk cId="578451210" sldId="355"/>
        </pc:sldMkLst>
      </pc:sldChg>
      <pc:sldChg chg="modSp add mod">
        <pc:chgData name="Shambhu Kumar" userId="74963117abc18628" providerId="LiveId" clId="{BA3C6786-D24A-40F1-8D15-59AE04C4B76D}" dt="2025-02-16T16:30:56.312" v="837" actId="20577"/>
        <pc:sldMkLst>
          <pc:docMk/>
          <pc:sldMk cId="1896825142" sldId="356"/>
        </pc:sldMkLst>
      </pc:sldChg>
      <pc:sldChg chg="modSp add mod">
        <pc:chgData name="Shambhu Kumar" userId="74963117abc18628" providerId="LiveId" clId="{BA3C6786-D24A-40F1-8D15-59AE04C4B76D}" dt="2025-02-16T16:31:30.611" v="861" actId="20577"/>
        <pc:sldMkLst>
          <pc:docMk/>
          <pc:sldMk cId="2470727677" sldId="357"/>
        </pc:sldMkLst>
      </pc:sldChg>
      <pc:sldChg chg="addSp modSp add mod">
        <pc:chgData name="Shambhu Kumar" userId="74963117abc18628" providerId="LiveId" clId="{BA3C6786-D24A-40F1-8D15-59AE04C4B76D}" dt="2025-02-16T17:01:39.265" v="977" actId="1076"/>
        <pc:sldMkLst>
          <pc:docMk/>
          <pc:sldMk cId="3398308247" sldId="358"/>
        </pc:sldMkLst>
      </pc:sldChg>
      <pc:sldChg chg="add del">
        <pc:chgData name="Shambhu Kumar" userId="74963117abc18628" providerId="LiveId" clId="{BA3C6786-D24A-40F1-8D15-59AE04C4B76D}" dt="2025-02-16T17:01:53.943" v="978" actId="47"/>
        <pc:sldMkLst>
          <pc:docMk/>
          <pc:sldMk cId="2350024342" sldId="359"/>
        </pc:sldMkLst>
      </pc:sldChg>
      <pc:sldChg chg="modSp add mod">
        <pc:chgData name="Shambhu Kumar" userId="74963117abc18628" providerId="LiveId" clId="{BA3C6786-D24A-40F1-8D15-59AE04C4B76D}" dt="2025-02-16T16:32:39.166" v="905" actId="20577"/>
        <pc:sldMkLst>
          <pc:docMk/>
          <pc:sldMk cId="3528465767" sldId="360"/>
        </pc:sldMkLst>
      </pc:sldChg>
      <pc:sldChg chg="addSp modSp add mod">
        <pc:chgData name="Shambhu Kumar" userId="74963117abc18628" providerId="LiveId" clId="{BA3C6786-D24A-40F1-8D15-59AE04C4B76D}" dt="2025-02-16T17:02:12.694" v="982" actId="1076"/>
        <pc:sldMkLst>
          <pc:docMk/>
          <pc:sldMk cId="2086932560" sldId="361"/>
        </pc:sldMkLst>
      </pc:sldChg>
      <pc:sldChg chg="addSp modSp add mod">
        <pc:chgData name="Shambhu Kumar" userId="74963117abc18628" providerId="LiveId" clId="{BA3C6786-D24A-40F1-8D15-59AE04C4B76D}" dt="2025-02-16T17:02:04.938" v="980" actId="1076"/>
        <pc:sldMkLst>
          <pc:docMk/>
          <pc:sldMk cId="1602450210" sldId="362"/>
        </pc:sldMkLst>
      </pc:sldChg>
      <pc:sldChg chg="modSp add mod">
        <pc:chgData name="Shambhu Kumar" userId="74963117abc18628" providerId="LiveId" clId="{BA3C6786-D24A-40F1-8D15-59AE04C4B76D}" dt="2025-02-16T16:35:05.750" v="960" actId="20577"/>
        <pc:sldMkLst>
          <pc:docMk/>
          <pc:sldMk cId="4030291839" sldId="363"/>
        </pc:sldMkLst>
      </pc:sldChg>
      <pc:sldChg chg="addSp modSp add mod">
        <pc:chgData name="Shambhu Kumar" userId="74963117abc18628" providerId="LiveId" clId="{BA3C6786-D24A-40F1-8D15-59AE04C4B76D}" dt="2025-02-16T17:01:04.562" v="973" actId="1076"/>
        <pc:sldMkLst>
          <pc:docMk/>
          <pc:sldMk cId="189355382" sldId="364"/>
        </pc:sldMkLst>
      </pc:sldChg>
    </pc:docChg>
  </pc:docChgLst>
  <pc:docChgLst>
    <pc:chgData name="Shambhu Kumar" userId="74963117abc18628" providerId="LiveId" clId="{709B4367-E469-49B5-9F7C-5BD60FB54E20}"/>
    <pc:docChg chg="undo custSel addSld delSld modSld sldOrd">
      <pc:chgData name="Shambhu Kumar" userId="74963117abc18628" providerId="LiveId" clId="{709B4367-E469-49B5-9F7C-5BD60FB54E20}" dt="2024-11-27T11:41:14.613" v="567" actId="14100"/>
      <pc:docMkLst>
        <pc:docMk/>
      </pc:docMkLst>
      <pc:sldChg chg="addSp modSp mod">
        <pc:chgData name="Shambhu Kumar" userId="74963117abc18628" providerId="LiveId" clId="{709B4367-E469-49B5-9F7C-5BD60FB54E20}" dt="2024-11-26T15:42:35.305" v="5" actId="20577"/>
        <pc:sldMkLst>
          <pc:docMk/>
          <pc:sldMk cId="3832484108" sldId="280"/>
        </pc:sldMkLst>
      </pc:sldChg>
      <pc:sldChg chg="addSp modSp mod">
        <pc:chgData name="Shambhu Kumar" userId="74963117abc18628" providerId="LiveId" clId="{709B4367-E469-49B5-9F7C-5BD60FB54E20}" dt="2024-11-26T15:48:25.070" v="29" actId="20577"/>
        <pc:sldMkLst>
          <pc:docMk/>
          <pc:sldMk cId="1013362040" sldId="281"/>
        </pc:sldMkLst>
      </pc:sldChg>
      <pc:sldChg chg="addSp modSp mod">
        <pc:chgData name="Shambhu Kumar" userId="74963117abc18628" providerId="LiveId" clId="{709B4367-E469-49B5-9F7C-5BD60FB54E20}" dt="2024-11-26T15:48:31.563" v="34" actId="20577"/>
        <pc:sldMkLst>
          <pc:docMk/>
          <pc:sldMk cId="931235251" sldId="282"/>
        </pc:sldMkLst>
      </pc:sldChg>
      <pc:sldChg chg="addSp modSp mod">
        <pc:chgData name="Shambhu Kumar" userId="74963117abc18628" providerId="LiveId" clId="{709B4367-E469-49B5-9F7C-5BD60FB54E20}" dt="2024-11-26T15:48:37.711" v="39"/>
        <pc:sldMkLst>
          <pc:docMk/>
          <pc:sldMk cId="1970971110" sldId="283"/>
        </pc:sldMkLst>
      </pc:sldChg>
      <pc:sldChg chg="addSp modSp mod">
        <pc:chgData name="Shambhu Kumar" userId="74963117abc18628" providerId="LiveId" clId="{709B4367-E469-49B5-9F7C-5BD60FB54E20}" dt="2024-11-26T15:48:10.588" v="19" actId="20577"/>
        <pc:sldMkLst>
          <pc:docMk/>
          <pc:sldMk cId="1736692563" sldId="284"/>
        </pc:sldMkLst>
      </pc:sldChg>
      <pc:sldChg chg="addSp modSp mod">
        <pc:chgData name="Shambhu Kumar" userId="74963117abc18628" providerId="LiveId" clId="{709B4367-E469-49B5-9F7C-5BD60FB54E20}" dt="2024-11-27T11:41:14.613" v="567" actId="14100"/>
        <pc:sldMkLst>
          <pc:docMk/>
          <pc:sldMk cId="3839664945" sldId="285"/>
        </pc:sldMkLst>
      </pc:sldChg>
      <pc:sldChg chg="addSp modSp mod">
        <pc:chgData name="Shambhu Kumar" userId="74963117abc18628" providerId="LiveId" clId="{709B4367-E469-49B5-9F7C-5BD60FB54E20}" dt="2024-11-26T15:49:16.109" v="51" actId="20577"/>
        <pc:sldMkLst>
          <pc:docMk/>
          <pc:sldMk cId="832093511" sldId="286"/>
        </pc:sldMkLst>
      </pc:sldChg>
      <pc:sldChg chg="addSp modSp mod">
        <pc:chgData name="Shambhu Kumar" userId="74963117abc18628" providerId="LiveId" clId="{709B4367-E469-49B5-9F7C-5BD60FB54E20}" dt="2024-11-26T15:49:23.592" v="57" actId="20577"/>
        <pc:sldMkLst>
          <pc:docMk/>
          <pc:sldMk cId="4166159427" sldId="287"/>
        </pc:sldMkLst>
      </pc:sldChg>
      <pc:sldChg chg="addSp modSp mod">
        <pc:chgData name="Shambhu Kumar" userId="74963117abc18628" providerId="LiveId" clId="{709B4367-E469-49B5-9F7C-5BD60FB54E20}" dt="2024-11-26T15:48:17.082" v="24" actId="20577"/>
        <pc:sldMkLst>
          <pc:docMk/>
          <pc:sldMk cId="2875038696" sldId="288"/>
        </pc:sldMkLst>
      </pc:sldChg>
      <pc:sldChg chg="addSp modSp mod">
        <pc:chgData name="Shambhu Kumar" userId="74963117abc18628" providerId="LiveId" clId="{709B4367-E469-49B5-9F7C-5BD60FB54E20}" dt="2024-11-26T15:48:04.078" v="14" actId="20577"/>
        <pc:sldMkLst>
          <pc:docMk/>
          <pc:sldMk cId="3240301476" sldId="289"/>
        </pc:sldMkLst>
      </pc:sldChg>
      <pc:sldChg chg="addSp modSp mod">
        <pc:chgData name="Shambhu Kumar" userId="74963117abc18628" providerId="LiveId" clId="{709B4367-E469-49B5-9F7C-5BD60FB54E20}" dt="2024-11-26T15:49:32.526" v="63" actId="20577"/>
        <pc:sldMkLst>
          <pc:docMk/>
          <pc:sldMk cId="1462126841" sldId="290"/>
        </pc:sldMkLst>
      </pc:sldChg>
      <pc:sldChg chg="addSp modSp mod">
        <pc:chgData name="Shambhu Kumar" userId="74963117abc18628" providerId="LiveId" clId="{709B4367-E469-49B5-9F7C-5BD60FB54E20}" dt="2024-11-26T15:49:47.747" v="69" actId="20577"/>
        <pc:sldMkLst>
          <pc:docMk/>
          <pc:sldMk cId="1252936886" sldId="291"/>
        </pc:sldMkLst>
      </pc:sldChg>
      <pc:sldChg chg="addSp modSp mod">
        <pc:chgData name="Shambhu Kumar" userId="74963117abc18628" providerId="LiveId" clId="{709B4367-E469-49B5-9F7C-5BD60FB54E20}" dt="2024-11-26T15:52:16.141" v="79" actId="20577"/>
        <pc:sldMkLst>
          <pc:docMk/>
          <pc:sldMk cId="3177440632" sldId="292"/>
        </pc:sldMkLst>
      </pc:sldChg>
      <pc:sldChg chg="addSp modSp mod">
        <pc:chgData name="Shambhu Kumar" userId="74963117abc18628" providerId="LiveId" clId="{709B4367-E469-49B5-9F7C-5BD60FB54E20}" dt="2024-11-26T15:53:20.029" v="87"/>
        <pc:sldMkLst>
          <pc:docMk/>
          <pc:sldMk cId="1489661934" sldId="293"/>
        </pc:sldMkLst>
      </pc:sldChg>
      <pc:sldChg chg="addSp modSp mod">
        <pc:chgData name="Shambhu Kumar" userId="74963117abc18628" providerId="LiveId" clId="{709B4367-E469-49B5-9F7C-5BD60FB54E20}" dt="2024-11-26T16:01:56.208" v="93"/>
        <pc:sldMkLst>
          <pc:docMk/>
          <pc:sldMk cId="119285140" sldId="294"/>
        </pc:sldMkLst>
      </pc:sldChg>
      <pc:sldChg chg="addSp modSp mod">
        <pc:chgData name="Shambhu Kumar" userId="74963117abc18628" providerId="LiveId" clId="{709B4367-E469-49B5-9F7C-5BD60FB54E20}" dt="2024-11-26T16:11:17.390" v="145" actId="20577"/>
        <pc:sldMkLst>
          <pc:docMk/>
          <pc:sldMk cId="3582958161" sldId="295"/>
        </pc:sldMkLst>
      </pc:sldChg>
      <pc:sldChg chg="addSp modSp mod">
        <pc:chgData name="Shambhu Kumar" userId="74963117abc18628" providerId="LiveId" clId="{709B4367-E469-49B5-9F7C-5BD60FB54E20}" dt="2024-11-26T16:11:36.985" v="151" actId="20577"/>
        <pc:sldMkLst>
          <pc:docMk/>
          <pc:sldMk cId="2383997015" sldId="296"/>
        </pc:sldMkLst>
      </pc:sldChg>
      <pc:sldChg chg="addSp modSp mod">
        <pc:chgData name="Shambhu Kumar" userId="74963117abc18628" providerId="LiveId" clId="{709B4367-E469-49B5-9F7C-5BD60FB54E20}" dt="2024-11-26T16:11:55.922" v="157" actId="20577"/>
        <pc:sldMkLst>
          <pc:docMk/>
          <pc:sldMk cId="112295307" sldId="297"/>
        </pc:sldMkLst>
      </pc:sldChg>
      <pc:sldChg chg="addSp modSp mod">
        <pc:chgData name="Shambhu Kumar" userId="74963117abc18628" providerId="LiveId" clId="{709B4367-E469-49B5-9F7C-5BD60FB54E20}" dt="2024-11-26T16:13:52.762" v="172"/>
        <pc:sldMkLst>
          <pc:docMk/>
          <pc:sldMk cId="3029266992" sldId="298"/>
        </pc:sldMkLst>
      </pc:sldChg>
      <pc:sldChg chg="addSp delSp modSp mod ord">
        <pc:chgData name="Shambhu Kumar" userId="74963117abc18628" providerId="LiveId" clId="{709B4367-E469-49B5-9F7C-5BD60FB54E20}" dt="2024-11-26T16:31:54.548" v="197"/>
        <pc:sldMkLst>
          <pc:docMk/>
          <pc:sldMk cId="3826872898" sldId="299"/>
        </pc:sldMkLst>
      </pc:sldChg>
      <pc:sldChg chg="addSp modSp mod">
        <pc:chgData name="Shambhu Kumar" userId="74963117abc18628" providerId="LiveId" clId="{709B4367-E469-49B5-9F7C-5BD60FB54E20}" dt="2024-11-26T17:20:13.442" v="528" actId="20577"/>
        <pc:sldMkLst>
          <pc:docMk/>
          <pc:sldMk cId="4117485350" sldId="301"/>
        </pc:sldMkLst>
      </pc:sldChg>
      <pc:sldChg chg="addSp modSp mod">
        <pc:chgData name="Shambhu Kumar" userId="74963117abc18628" providerId="LiveId" clId="{709B4367-E469-49B5-9F7C-5BD60FB54E20}" dt="2024-11-26T16:15:56.193" v="195" actId="20577"/>
        <pc:sldMkLst>
          <pc:docMk/>
          <pc:sldMk cId="3836207760" sldId="304"/>
        </pc:sldMkLst>
      </pc:sldChg>
      <pc:sldChg chg="addSp modSp mod">
        <pc:chgData name="Shambhu Kumar" userId="74963117abc18628" providerId="LiveId" clId="{709B4367-E469-49B5-9F7C-5BD60FB54E20}" dt="2024-11-26T16:32:25.016" v="203" actId="20577"/>
        <pc:sldMkLst>
          <pc:docMk/>
          <pc:sldMk cId="3376636377" sldId="305"/>
        </pc:sldMkLst>
      </pc:sldChg>
      <pc:sldChg chg="addSp modSp mod">
        <pc:chgData name="Shambhu Kumar" userId="74963117abc18628" providerId="LiveId" clId="{709B4367-E469-49B5-9F7C-5BD60FB54E20}" dt="2024-11-26T17:17:41.287" v="416" actId="20577"/>
        <pc:sldMkLst>
          <pc:docMk/>
          <pc:sldMk cId="2204235057" sldId="306"/>
        </pc:sldMkLst>
      </pc:sldChg>
      <pc:sldChg chg="addSp modSp mod">
        <pc:chgData name="Shambhu Kumar" userId="74963117abc18628" providerId="LiveId" clId="{709B4367-E469-49B5-9F7C-5BD60FB54E20}" dt="2024-11-26T16:32:34.181" v="209" actId="20577"/>
        <pc:sldMkLst>
          <pc:docMk/>
          <pc:sldMk cId="2889649690" sldId="307"/>
        </pc:sldMkLst>
      </pc:sldChg>
      <pc:sldChg chg="addSp modSp mod">
        <pc:chgData name="Shambhu Kumar" userId="74963117abc18628" providerId="LiveId" clId="{709B4367-E469-49B5-9F7C-5BD60FB54E20}" dt="2024-11-26T17:16:51.596" v="392"/>
        <pc:sldMkLst>
          <pc:docMk/>
          <pc:sldMk cId="2152851144" sldId="308"/>
        </pc:sldMkLst>
      </pc:sldChg>
      <pc:sldChg chg="addSp modSp mod">
        <pc:chgData name="Shambhu Kumar" userId="74963117abc18628" providerId="LiveId" clId="{709B4367-E469-49B5-9F7C-5BD60FB54E20}" dt="2024-11-26T17:06:02.572" v="291" actId="20577"/>
        <pc:sldMkLst>
          <pc:docMk/>
          <pc:sldMk cId="2880348229" sldId="309"/>
        </pc:sldMkLst>
      </pc:sldChg>
      <pc:sldChg chg="addSp modSp mod">
        <pc:chgData name="Shambhu Kumar" userId="74963117abc18628" providerId="LiveId" clId="{709B4367-E469-49B5-9F7C-5BD60FB54E20}" dt="2024-11-26T17:16:42.571" v="386"/>
        <pc:sldMkLst>
          <pc:docMk/>
          <pc:sldMk cId="1927079181" sldId="310"/>
        </pc:sldMkLst>
      </pc:sldChg>
      <pc:sldChg chg="addSp modSp mod">
        <pc:chgData name="Shambhu Kumar" userId="74963117abc18628" providerId="LiveId" clId="{709B4367-E469-49B5-9F7C-5BD60FB54E20}" dt="2024-11-26T17:19:06.901" v="477"/>
        <pc:sldMkLst>
          <pc:docMk/>
          <pc:sldMk cId="1408209907" sldId="311"/>
        </pc:sldMkLst>
      </pc:sldChg>
      <pc:sldChg chg="addSp modSp mod">
        <pc:chgData name="Shambhu Kumar" userId="74963117abc18628" providerId="LiveId" clId="{709B4367-E469-49B5-9F7C-5BD60FB54E20}" dt="2024-11-26T17:18:20.094" v="435" actId="27636"/>
        <pc:sldMkLst>
          <pc:docMk/>
          <pc:sldMk cId="1660994441" sldId="312"/>
        </pc:sldMkLst>
      </pc:sldChg>
      <pc:sldChg chg="addSp modSp mod">
        <pc:chgData name="Shambhu Kumar" userId="74963117abc18628" providerId="LiveId" clId="{709B4367-E469-49B5-9F7C-5BD60FB54E20}" dt="2024-11-26T17:18:32.785" v="443" actId="20577"/>
        <pc:sldMkLst>
          <pc:docMk/>
          <pc:sldMk cId="674546920" sldId="313"/>
        </pc:sldMkLst>
      </pc:sldChg>
      <pc:sldChg chg="addSp modSp mod">
        <pc:chgData name="Shambhu Kumar" userId="74963117abc18628" providerId="LiveId" clId="{709B4367-E469-49B5-9F7C-5BD60FB54E20}" dt="2024-11-26T17:18:51.745" v="461" actId="20577"/>
        <pc:sldMkLst>
          <pc:docMk/>
          <pc:sldMk cId="4209713976" sldId="314"/>
        </pc:sldMkLst>
      </pc:sldChg>
      <pc:sldChg chg="addSp modSp mod">
        <pc:chgData name="Shambhu Kumar" userId="74963117abc18628" providerId="LiveId" clId="{709B4367-E469-49B5-9F7C-5BD60FB54E20}" dt="2024-11-26T17:18:59.129" v="469"/>
        <pc:sldMkLst>
          <pc:docMk/>
          <pc:sldMk cId="1401482267" sldId="315"/>
        </pc:sldMkLst>
      </pc:sldChg>
      <pc:sldChg chg="addSp modSp mod">
        <pc:chgData name="Shambhu Kumar" userId="74963117abc18628" providerId="LiveId" clId="{709B4367-E469-49B5-9F7C-5BD60FB54E20}" dt="2024-11-26T17:18:43.065" v="451"/>
        <pc:sldMkLst>
          <pc:docMk/>
          <pc:sldMk cId="2534278900" sldId="316"/>
        </pc:sldMkLst>
      </pc:sldChg>
      <pc:sldChg chg="addSp modSp mod">
        <pc:chgData name="Shambhu Kumar" userId="74963117abc18628" providerId="LiveId" clId="{709B4367-E469-49B5-9F7C-5BD60FB54E20}" dt="2024-11-26T17:21:22.352" v="554" actId="27636"/>
        <pc:sldMkLst>
          <pc:docMk/>
          <pc:sldMk cId="659436768" sldId="317"/>
        </pc:sldMkLst>
      </pc:sldChg>
      <pc:sldChg chg="addSp modSp mod">
        <pc:chgData name="Shambhu Kumar" userId="74963117abc18628" providerId="LiveId" clId="{709B4367-E469-49B5-9F7C-5BD60FB54E20}" dt="2024-11-26T17:19:16.003" v="485"/>
        <pc:sldMkLst>
          <pc:docMk/>
          <pc:sldMk cId="3206433114" sldId="318"/>
        </pc:sldMkLst>
      </pc:sldChg>
      <pc:sldChg chg="addSp modSp mod">
        <pc:chgData name="Shambhu Kumar" userId="74963117abc18628" providerId="LiveId" clId="{709B4367-E469-49B5-9F7C-5BD60FB54E20}" dt="2024-11-26T17:19:31.593" v="493" actId="20577"/>
        <pc:sldMkLst>
          <pc:docMk/>
          <pc:sldMk cId="3338107492" sldId="319"/>
        </pc:sldMkLst>
      </pc:sldChg>
      <pc:sldChg chg="addSp modSp mod">
        <pc:chgData name="Shambhu Kumar" userId="74963117abc18628" providerId="LiveId" clId="{709B4367-E469-49B5-9F7C-5BD60FB54E20}" dt="2024-11-26T16:15:18.812" v="189" actId="20577"/>
        <pc:sldMkLst>
          <pc:docMk/>
          <pc:sldMk cId="543287374" sldId="320"/>
        </pc:sldMkLst>
      </pc:sldChg>
      <pc:sldChg chg="addSp modSp mod">
        <pc:chgData name="Shambhu Kumar" userId="74963117abc18628" providerId="LiveId" clId="{709B4367-E469-49B5-9F7C-5BD60FB54E20}" dt="2024-11-26T17:16:59.713" v="398" actId="20577"/>
        <pc:sldMkLst>
          <pc:docMk/>
          <pc:sldMk cId="2412309844" sldId="322"/>
        </pc:sldMkLst>
      </pc:sldChg>
      <pc:sldChg chg="addSp modSp mod">
        <pc:chgData name="Shambhu Kumar" userId="74963117abc18628" providerId="LiveId" clId="{709B4367-E469-49B5-9F7C-5BD60FB54E20}" dt="2024-11-26T17:20:02.711" v="522" actId="20577"/>
        <pc:sldMkLst>
          <pc:docMk/>
          <pc:sldMk cId="439266291" sldId="323"/>
        </pc:sldMkLst>
      </pc:sldChg>
      <pc:sldChg chg="addSp modSp mod">
        <pc:chgData name="Shambhu Kumar" userId="74963117abc18628" providerId="LiveId" clId="{709B4367-E469-49B5-9F7C-5BD60FB54E20}" dt="2024-11-26T15:47:48.177" v="9" actId="20577"/>
        <pc:sldMkLst>
          <pc:docMk/>
          <pc:sldMk cId="2093914745" sldId="324"/>
        </pc:sldMkLst>
      </pc:sldChg>
      <pc:sldChg chg="addSp modSp mod">
        <pc:chgData name="Shambhu Kumar" userId="74963117abc18628" providerId="LiveId" clId="{709B4367-E469-49B5-9F7C-5BD60FB54E20}" dt="2024-11-26T16:12:12.317" v="163"/>
        <pc:sldMkLst>
          <pc:docMk/>
          <pc:sldMk cId="2392762508" sldId="325"/>
        </pc:sldMkLst>
      </pc:sldChg>
      <pc:sldChg chg="addSp modSp mod">
        <pc:chgData name="Shambhu Kumar" userId="74963117abc18628" providerId="LiveId" clId="{709B4367-E469-49B5-9F7C-5BD60FB54E20}" dt="2024-11-26T17:19:41.345" v="501"/>
        <pc:sldMkLst>
          <pc:docMk/>
          <pc:sldMk cId="3127791340" sldId="326"/>
        </pc:sldMkLst>
      </pc:sldChg>
      <pc:sldChg chg="addSp modSp mod">
        <pc:chgData name="Shambhu Kumar" userId="74963117abc18628" providerId="LiveId" clId="{709B4367-E469-49B5-9F7C-5BD60FB54E20}" dt="2024-11-26T17:17:09.561" v="404" actId="20577"/>
        <pc:sldMkLst>
          <pc:docMk/>
          <pc:sldMk cId="2173066823" sldId="327"/>
        </pc:sldMkLst>
      </pc:sldChg>
      <pc:sldChg chg="addSp modSp mod">
        <pc:chgData name="Shambhu Kumar" userId="74963117abc18628" providerId="LiveId" clId="{709B4367-E469-49B5-9F7C-5BD60FB54E20}" dt="2024-11-26T17:17:20.618" v="410" actId="20577"/>
        <pc:sldMkLst>
          <pc:docMk/>
          <pc:sldMk cId="2477768325" sldId="328"/>
        </pc:sldMkLst>
      </pc:sldChg>
      <pc:sldChg chg="addSp modSp mod">
        <pc:chgData name="Shambhu Kumar" userId="74963117abc18628" providerId="LiveId" clId="{709B4367-E469-49B5-9F7C-5BD60FB54E20}" dt="2024-11-26T17:17:51.358" v="422" actId="20577"/>
        <pc:sldMkLst>
          <pc:docMk/>
          <pc:sldMk cId="1055175751" sldId="329"/>
        </pc:sldMkLst>
      </pc:sldChg>
      <pc:sldChg chg="addSp modSp mod ord">
        <pc:chgData name="Shambhu Kumar" userId="74963117abc18628" providerId="LiveId" clId="{709B4367-E469-49B5-9F7C-5BD60FB54E20}" dt="2024-11-26T17:21:01.906" v="540" actId="20577"/>
        <pc:sldMkLst>
          <pc:docMk/>
          <pc:sldMk cId="1267022428" sldId="330"/>
        </pc:sldMkLst>
      </pc:sldChg>
      <pc:sldChg chg="addSp modSp mod">
        <pc:chgData name="Shambhu Kumar" userId="74963117abc18628" providerId="LiveId" clId="{709B4367-E469-49B5-9F7C-5BD60FB54E20}" dt="2024-11-26T16:10:28.964" v="132" actId="20577"/>
        <pc:sldMkLst>
          <pc:docMk/>
          <pc:sldMk cId="3230968509" sldId="331"/>
        </pc:sldMkLst>
      </pc:sldChg>
      <pc:sldChg chg="modSp add mod">
        <pc:chgData name="Shambhu Kumar" userId="74963117abc18628" providerId="LiveId" clId="{709B4367-E469-49B5-9F7C-5BD60FB54E20}" dt="2024-11-26T16:35:38.602" v="272"/>
        <pc:sldMkLst>
          <pc:docMk/>
          <pc:sldMk cId="694711274" sldId="332"/>
        </pc:sldMkLst>
      </pc:sldChg>
      <pc:sldChg chg="add del">
        <pc:chgData name="Shambhu Kumar" userId="74963117abc18628" providerId="LiveId" clId="{709B4367-E469-49B5-9F7C-5BD60FB54E20}" dt="2024-11-26T15:52:02.280" v="73" actId="2696"/>
        <pc:sldMkLst>
          <pc:docMk/>
          <pc:sldMk cId="1040149655" sldId="332"/>
        </pc:sldMkLst>
      </pc:sldChg>
      <pc:sldChg chg="add del">
        <pc:chgData name="Shambhu Kumar" userId="74963117abc18628" providerId="LiveId" clId="{709B4367-E469-49B5-9F7C-5BD60FB54E20}" dt="2024-11-26T15:50:27.129" v="71" actId="2696"/>
        <pc:sldMkLst>
          <pc:docMk/>
          <pc:sldMk cId="2411850968" sldId="332"/>
        </pc:sldMkLst>
      </pc:sldChg>
      <pc:sldChg chg="modSp add mod">
        <pc:chgData name="Shambhu Kumar" userId="74963117abc18628" providerId="LiveId" clId="{709B4367-E469-49B5-9F7C-5BD60FB54E20}" dt="2024-11-26T16:37:53.678" v="285" actId="20577"/>
        <pc:sldMkLst>
          <pc:docMk/>
          <pc:sldMk cId="3066909088" sldId="333"/>
        </pc:sldMkLst>
      </pc:sldChg>
      <pc:sldChg chg="modSp add mod">
        <pc:chgData name="Shambhu Kumar" userId="74963117abc18628" providerId="LiveId" clId="{709B4367-E469-49B5-9F7C-5BD60FB54E20}" dt="2024-11-26T17:07:09.825" v="381" actId="20577"/>
        <pc:sldMkLst>
          <pc:docMk/>
          <pc:sldMk cId="1352668254" sldId="334"/>
        </pc:sldMkLst>
      </pc:sldChg>
      <pc:sldChg chg="modSp add mod">
        <pc:chgData name="Shambhu Kumar" userId="74963117abc18628" providerId="LiveId" clId="{709B4367-E469-49B5-9F7C-5BD60FB54E20}" dt="2024-11-26T17:23:52.965" v="560"/>
        <pc:sldMkLst>
          <pc:docMk/>
          <pc:sldMk cId="4219353338" sldId="335"/>
        </pc:sldMkLst>
      </pc:sldChg>
      <pc:sldChg chg="modSp add mod">
        <pc:chgData name="Shambhu Kumar" userId="74963117abc18628" providerId="LiveId" clId="{709B4367-E469-49B5-9F7C-5BD60FB54E20}" dt="2024-11-26T17:42:48.392" v="562"/>
        <pc:sldMkLst>
          <pc:docMk/>
          <pc:sldMk cId="3714453775" sldId="336"/>
        </pc:sldMkLst>
      </pc:sldChg>
      <pc:sldChg chg="modSp add mod">
        <pc:chgData name="Shambhu Kumar" userId="74963117abc18628" providerId="LiveId" clId="{709B4367-E469-49B5-9F7C-5BD60FB54E20}" dt="2024-11-27T02:24:15.542" v="566"/>
        <pc:sldMkLst>
          <pc:docMk/>
          <pc:sldMk cId="285905419" sldId="337"/>
        </pc:sldMkLst>
      </pc:sldChg>
    </pc:docChg>
  </pc:docChgLst>
  <pc:docChgLst>
    <pc:chgData name="Shambhu Kumar" userId="74963117abc18628" providerId="LiveId" clId="{687AF2C8-EFD0-422F-A192-E14BA2944DCB}"/>
    <pc:docChg chg="undo custSel addSld delSld modSld sldOrd">
      <pc:chgData name="Shambhu Kumar" userId="74963117abc18628" providerId="LiveId" clId="{687AF2C8-EFD0-422F-A192-E14BA2944DCB}" dt="2025-02-11T01:55:41.368" v="735" actId="1076"/>
      <pc:docMkLst>
        <pc:docMk/>
      </pc:docMkLst>
      <pc:sldChg chg="addSp modSp mod">
        <pc:chgData name="Shambhu Kumar" userId="74963117abc18628" providerId="LiveId" clId="{687AF2C8-EFD0-422F-A192-E14BA2944DCB}" dt="2025-02-10T14:55:32.622" v="733" actId="207"/>
        <pc:sldMkLst>
          <pc:docMk/>
          <pc:sldMk cId="3832484108" sldId="280"/>
        </pc:sldMkLst>
      </pc:sldChg>
      <pc:sldChg chg="addSp modSp mod">
        <pc:chgData name="Shambhu Kumar" userId="74963117abc18628" providerId="LiveId" clId="{687AF2C8-EFD0-422F-A192-E14BA2944DCB}" dt="2025-02-10T02:01:47.261" v="684" actId="1076"/>
        <pc:sldMkLst>
          <pc:docMk/>
          <pc:sldMk cId="3839664945" sldId="285"/>
        </pc:sldMkLst>
      </pc:sldChg>
      <pc:sldChg chg="addSp modSp mod">
        <pc:chgData name="Shambhu Kumar" userId="74963117abc18628" providerId="LiveId" clId="{687AF2C8-EFD0-422F-A192-E14BA2944DCB}" dt="2025-02-10T02:02:09.052" v="687" actId="1036"/>
        <pc:sldMkLst>
          <pc:docMk/>
          <pc:sldMk cId="4166159427" sldId="287"/>
        </pc:sldMkLst>
      </pc:sldChg>
      <pc:sldChg chg="modSp mod">
        <pc:chgData name="Shambhu Kumar" userId="74963117abc18628" providerId="LiveId" clId="{687AF2C8-EFD0-422F-A192-E14BA2944DCB}" dt="2025-02-04T06:49:55.913" v="303" actId="20577"/>
        <pc:sldMkLst>
          <pc:docMk/>
          <pc:sldMk cId="1462126841" sldId="290"/>
        </pc:sldMkLst>
      </pc:sldChg>
      <pc:sldChg chg="addSp modSp mod">
        <pc:chgData name="Shambhu Kumar" userId="74963117abc18628" providerId="LiveId" clId="{687AF2C8-EFD0-422F-A192-E14BA2944DCB}" dt="2025-02-10T02:02:38.013" v="689"/>
        <pc:sldMkLst>
          <pc:docMk/>
          <pc:sldMk cId="1252936886" sldId="291"/>
        </pc:sldMkLst>
      </pc:sldChg>
      <pc:sldChg chg="addSp modSp">
        <pc:chgData name="Shambhu Kumar" userId="74963117abc18628" providerId="LiveId" clId="{687AF2C8-EFD0-422F-A192-E14BA2944DCB}" dt="2025-02-10T02:02:50.614" v="690"/>
        <pc:sldMkLst>
          <pc:docMk/>
          <pc:sldMk cId="3177440632" sldId="292"/>
        </pc:sldMkLst>
      </pc:sldChg>
      <pc:sldChg chg="addSp modSp">
        <pc:chgData name="Shambhu Kumar" userId="74963117abc18628" providerId="LiveId" clId="{687AF2C8-EFD0-422F-A192-E14BA2944DCB}" dt="2025-02-10T02:06:18.384" v="702"/>
        <pc:sldMkLst>
          <pc:docMk/>
          <pc:sldMk cId="1489661934" sldId="293"/>
        </pc:sldMkLst>
      </pc:sldChg>
      <pc:sldChg chg="addSp modSp">
        <pc:chgData name="Shambhu Kumar" userId="74963117abc18628" providerId="LiveId" clId="{687AF2C8-EFD0-422F-A192-E14BA2944DCB}" dt="2025-02-10T02:06:23.106" v="703"/>
        <pc:sldMkLst>
          <pc:docMk/>
          <pc:sldMk cId="119285140" sldId="294"/>
        </pc:sldMkLst>
      </pc:sldChg>
      <pc:sldChg chg="addSp modSp">
        <pc:chgData name="Shambhu Kumar" userId="74963117abc18628" providerId="LiveId" clId="{687AF2C8-EFD0-422F-A192-E14BA2944DCB}" dt="2025-02-10T02:06:34.368" v="704"/>
        <pc:sldMkLst>
          <pc:docMk/>
          <pc:sldMk cId="3582958161" sldId="295"/>
        </pc:sldMkLst>
      </pc:sldChg>
      <pc:sldChg chg="addSp modSp">
        <pc:chgData name="Shambhu Kumar" userId="74963117abc18628" providerId="LiveId" clId="{687AF2C8-EFD0-422F-A192-E14BA2944DCB}" dt="2025-02-10T02:06:40.164" v="705"/>
        <pc:sldMkLst>
          <pc:docMk/>
          <pc:sldMk cId="2383997015" sldId="296"/>
        </pc:sldMkLst>
      </pc:sldChg>
      <pc:sldChg chg="addSp modSp">
        <pc:chgData name="Shambhu Kumar" userId="74963117abc18628" providerId="LiveId" clId="{687AF2C8-EFD0-422F-A192-E14BA2944DCB}" dt="2025-02-10T02:06:55.650" v="706"/>
        <pc:sldMkLst>
          <pc:docMk/>
          <pc:sldMk cId="112295307" sldId="297"/>
        </pc:sldMkLst>
      </pc:sldChg>
      <pc:sldChg chg="addSp modSp mod ord">
        <pc:chgData name="Shambhu Kumar" userId="74963117abc18628" providerId="LiveId" clId="{687AF2C8-EFD0-422F-A192-E14BA2944DCB}" dt="2025-02-10T02:05:50.844" v="700" actId="1076"/>
        <pc:sldMkLst>
          <pc:docMk/>
          <pc:sldMk cId="3029266992" sldId="298"/>
        </pc:sldMkLst>
      </pc:sldChg>
      <pc:sldChg chg="ord">
        <pc:chgData name="Shambhu Kumar" userId="74963117abc18628" providerId="LiveId" clId="{687AF2C8-EFD0-422F-A192-E14BA2944DCB}" dt="2025-02-09T12:59:17.925" v="405"/>
        <pc:sldMkLst>
          <pc:docMk/>
          <pc:sldMk cId="3376636377" sldId="305"/>
        </pc:sldMkLst>
      </pc:sldChg>
      <pc:sldChg chg="del">
        <pc:chgData name="Shambhu Kumar" userId="74963117abc18628" providerId="LiveId" clId="{687AF2C8-EFD0-422F-A192-E14BA2944DCB}" dt="2025-02-10T02:08:26.172" v="718" actId="2696"/>
        <pc:sldMkLst>
          <pc:docMk/>
          <pc:sldMk cId="2889649690" sldId="307"/>
        </pc:sldMkLst>
      </pc:sldChg>
      <pc:sldChg chg="addSp modSp ord">
        <pc:chgData name="Shambhu Kumar" userId="74963117abc18628" providerId="LiveId" clId="{687AF2C8-EFD0-422F-A192-E14BA2944DCB}" dt="2025-02-10T02:05:14.502" v="697"/>
        <pc:sldMkLst>
          <pc:docMk/>
          <pc:sldMk cId="2152851144" sldId="308"/>
        </pc:sldMkLst>
      </pc:sldChg>
      <pc:sldChg chg="addSp modSp mod ord">
        <pc:chgData name="Shambhu Kumar" userId="74963117abc18628" providerId="LiveId" clId="{687AF2C8-EFD0-422F-A192-E14BA2944DCB}" dt="2025-02-10T02:03:56.552" v="692"/>
        <pc:sldMkLst>
          <pc:docMk/>
          <pc:sldMk cId="2880348229" sldId="309"/>
        </pc:sldMkLst>
      </pc:sldChg>
      <pc:sldChg chg="del ord">
        <pc:chgData name="Shambhu Kumar" userId="74963117abc18628" providerId="LiveId" clId="{687AF2C8-EFD0-422F-A192-E14BA2944DCB}" dt="2025-02-09T13:07:10.006" v="531" actId="2696"/>
        <pc:sldMkLst>
          <pc:docMk/>
          <pc:sldMk cId="1927079181" sldId="310"/>
        </pc:sldMkLst>
      </pc:sldChg>
      <pc:sldChg chg="addSp modSp">
        <pc:chgData name="Shambhu Kumar" userId="74963117abc18628" providerId="LiveId" clId="{687AF2C8-EFD0-422F-A192-E14BA2944DCB}" dt="2025-02-10T14:34:31.390" v="719"/>
        <pc:sldMkLst>
          <pc:docMk/>
          <pc:sldMk cId="2534278900" sldId="316"/>
        </pc:sldMkLst>
      </pc:sldChg>
      <pc:sldChg chg="addSp modSp">
        <pc:chgData name="Shambhu Kumar" userId="74963117abc18628" providerId="LiveId" clId="{687AF2C8-EFD0-422F-A192-E14BA2944DCB}" dt="2025-02-10T02:07:34.725" v="717"/>
        <pc:sldMkLst>
          <pc:docMk/>
          <pc:sldMk cId="543287374" sldId="320"/>
        </pc:sldMkLst>
      </pc:sldChg>
      <pc:sldChg chg="ord">
        <pc:chgData name="Shambhu Kumar" userId="74963117abc18628" providerId="LiveId" clId="{687AF2C8-EFD0-422F-A192-E14BA2944DCB}" dt="2025-02-09T13:01:14.089" v="407"/>
        <pc:sldMkLst>
          <pc:docMk/>
          <pc:sldMk cId="2412309844" sldId="322"/>
        </pc:sldMkLst>
      </pc:sldChg>
      <pc:sldChg chg="addSp modSp">
        <pc:chgData name="Shambhu Kumar" userId="74963117abc18628" providerId="LiveId" clId="{687AF2C8-EFD0-422F-A192-E14BA2944DCB}" dt="2025-02-10T02:07:00.707" v="707"/>
        <pc:sldMkLst>
          <pc:docMk/>
          <pc:sldMk cId="2392762508" sldId="325"/>
        </pc:sldMkLst>
      </pc:sldChg>
      <pc:sldChg chg="modSp mod">
        <pc:chgData name="Shambhu Kumar" userId="74963117abc18628" providerId="LiveId" clId="{687AF2C8-EFD0-422F-A192-E14BA2944DCB}" dt="2025-02-10T14:36:22.237" v="729" actId="20577"/>
        <pc:sldMkLst>
          <pc:docMk/>
          <pc:sldMk cId="3127791340" sldId="326"/>
        </pc:sldMkLst>
      </pc:sldChg>
      <pc:sldChg chg="ord">
        <pc:chgData name="Shambhu Kumar" userId="74963117abc18628" providerId="LiveId" clId="{687AF2C8-EFD0-422F-A192-E14BA2944DCB}" dt="2025-02-09T13:01:14.089" v="407"/>
        <pc:sldMkLst>
          <pc:docMk/>
          <pc:sldMk cId="2173066823" sldId="327"/>
        </pc:sldMkLst>
      </pc:sldChg>
      <pc:sldChg chg="addSp modSp ord">
        <pc:chgData name="Shambhu Kumar" userId="74963117abc18628" providerId="LiveId" clId="{687AF2C8-EFD0-422F-A192-E14BA2944DCB}" dt="2025-02-10T02:06:13.182" v="701"/>
        <pc:sldMkLst>
          <pc:docMk/>
          <pc:sldMk cId="2477768325" sldId="328"/>
        </pc:sldMkLst>
      </pc:sldChg>
      <pc:sldChg chg="modSp mod ord">
        <pc:chgData name="Shambhu Kumar" userId="74963117abc18628" providerId="LiveId" clId="{687AF2C8-EFD0-422F-A192-E14BA2944DCB}" dt="2025-02-09T12:57:48.820" v="401"/>
        <pc:sldMkLst>
          <pc:docMk/>
          <pc:sldMk cId="3230968509" sldId="331"/>
        </pc:sldMkLst>
      </pc:sldChg>
      <pc:sldChg chg="addSp modSp ord">
        <pc:chgData name="Shambhu Kumar" userId="74963117abc18628" providerId="LiveId" clId="{687AF2C8-EFD0-422F-A192-E14BA2944DCB}" dt="2025-02-10T02:05:00.554" v="696"/>
        <pc:sldMkLst>
          <pc:docMk/>
          <pc:sldMk cId="1352668254" sldId="334"/>
        </pc:sldMkLst>
      </pc:sldChg>
      <pc:sldChg chg="addSp modSp">
        <pc:chgData name="Shambhu Kumar" userId="74963117abc18628" providerId="LiveId" clId="{687AF2C8-EFD0-422F-A192-E14BA2944DCB}" dt="2025-02-10T14:37:39.921" v="730"/>
        <pc:sldMkLst>
          <pc:docMk/>
          <pc:sldMk cId="285905419" sldId="337"/>
        </pc:sldMkLst>
      </pc:sldChg>
      <pc:sldChg chg="addSp modSp add ord">
        <pc:chgData name="Shambhu Kumar" userId="74963117abc18628" providerId="LiveId" clId="{687AF2C8-EFD0-422F-A192-E14BA2944DCB}" dt="2025-02-10T02:03:10.819" v="691"/>
        <pc:sldMkLst>
          <pc:docMk/>
          <pc:sldMk cId="1424576996" sldId="338"/>
        </pc:sldMkLst>
      </pc:sldChg>
      <pc:sldChg chg="modSp add mod">
        <pc:chgData name="Shambhu Kumar" userId="74963117abc18628" providerId="LiveId" clId="{687AF2C8-EFD0-422F-A192-E14BA2944DCB}" dt="2025-01-30T01:23:30.244" v="235" actId="20577"/>
        <pc:sldMkLst>
          <pc:docMk/>
          <pc:sldMk cId="1709746853" sldId="339"/>
        </pc:sldMkLst>
      </pc:sldChg>
      <pc:sldChg chg="addSp modSp add">
        <pc:chgData name="Shambhu Kumar" userId="74963117abc18628" providerId="LiveId" clId="{687AF2C8-EFD0-422F-A192-E14BA2944DCB}" dt="2025-02-10T02:02:24.692" v="688"/>
        <pc:sldMkLst>
          <pc:docMk/>
          <pc:sldMk cId="555222727" sldId="340"/>
        </pc:sldMkLst>
      </pc:sldChg>
      <pc:sldChg chg="modSp add mod">
        <pc:chgData name="Shambhu Kumar" userId="74963117abc18628" providerId="LiveId" clId="{687AF2C8-EFD0-422F-A192-E14BA2944DCB}" dt="2025-02-05T02:49:04.627" v="323" actId="20577"/>
        <pc:sldMkLst>
          <pc:docMk/>
          <pc:sldMk cId="2040321746" sldId="341"/>
        </pc:sldMkLst>
      </pc:sldChg>
      <pc:sldChg chg="modSp add mod">
        <pc:chgData name="Shambhu Kumar" userId="74963117abc18628" providerId="LiveId" clId="{687AF2C8-EFD0-422F-A192-E14BA2944DCB}" dt="2025-02-05T02:49:14.315" v="337" actId="20577"/>
        <pc:sldMkLst>
          <pc:docMk/>
          <pc:sldMk cId="1131726698" sldId="342"/>
        </pc:sldMkLst>
      </pc:sldChg>
      <pc:sldChg chg="addSp modSp add mod">
        <pc:chgData name="Shambhu Kumar" userId="74963117abc18628" providerId="LiveId" clId="{687AF2C8-EFD0-422F-A192-E14BA2944DCB}" dt="2025-02-11T01:55:41.368" v="735" actId="1076"/>
        <pc:sldMkLst>
          <pc:docMk/>
          <pc:sldMk cId="1226116532" sldId="343"/>
        </pc:sldMkLst>
      </pc:sldChg>
      <pc:sldChg chg="addSp modSp add mod">
        <pc:chgData name="Shambhu Kumar" userId="74963117abc18628" providerId="LiveId" clId="{687AF2C8-EFD0-422F-A192-E14BA2944DCB}" dt="2025-02-10T02:04:48.159" v="694"/>
        <pc:sldMkLst>
          <pc:docMk/>
          <pc:sldMk cId="352548" sldId="344"/>
        </pc:sldMkLst>
      </pc:sldChg>
      <pc:sldChg chg="addSp modSp add mod">
        <pc:chgData name="Shambhu Kumar" userId="74963117abc18628" providerId="LiveId" clId="{687AF2C8-EFD0-422F-A192-E14BA2944DCB}" dt="2025-02-10T02:04:32.961" v="693"/>
        <pc:sldMkLst>
          <pc:docMk/>
          <pc:sldMk cId="2205458396" sldId="345"/>
        </pc:sldMkLst>
      </pc:sldChg>
      <pc:sldChg chg="addSp modSp add mod">
        <pc:chgData name="Shambhu Kumar" userId="74963117abc18628" providerId="LiveId" clId="{687AF2C8-EFD0-422F-A192-E14BA2944DCB}" dt="2025-02-10T02:04:53.138" v="695"/>
        <pc:sldMkLst>
          <pc:docMk/>
          <pc:sldMk cId="335905083" sldId="346"/>
        </pc:sldMkLst>
      </pc:sldChg>
      <pc:sldChg chg="modSp add del mod">
        <pc:chgData name="Shambhu Kumar" userId="74963117abc18628" providerId="LiveId" clId="{687AF2C8-EFD0-422F-A192-E14BA2944DCB}" dt="2025-02-09T13:13:50.961" v="680" actId="2696"/>
        <pc:sldMkLst>
          <pc:docMk/>
          <pc:sldMk cId="610007913" sldId="347"/>
        </pc:sldMkLst>
      </pc:sldChg>
      <pc:sldChg chg="delSp modSp add mod">
        <pc:chgData name="Shambhu Kumar" userId="74963117abc18628" providerId="LiveId" clId="{687AF2C8-EFD0-422F-A192-E14BA2944DCB}" dt="2025-02-10T02:07:22.404" v="716" actId="478"/>
        <pc:sldMkLst>
          <pc:docMk/>
          <pc:sldMk cId="1749222993" sldId="347"/>
        </pc:sldMkLst>
      </pc:sldChg>
    </pc:docChg>
  </pc:docChgLst>
  <pc:docChgLst>
    <pc:chgData name="Shambhu Kumar" userId="74963117abc18628" providerId="LiveId" clId="{6A472943-8B37-4814-B3CD-7789BCFB2FAE}"/>
    <pc:docChg chg="undo custSel addSld delSld modSld">
      <pc:chgData name="Shambhu Kumar" userId="74963117abc18628" providerId="LiveId" clId="{6A472943-8B37-4814-B3CD-7789BCFB2FAE}" dt="2025-02-18T02:12:32.263" v="808"/>
      <pc:docMkLst>
        <pc:docMk/>
      </pc:docMkLst>
      <pc:sldChg chg="modSp mod">
        <pc:chgData name="Shambhu Kumar" userId="74963117abc18628" providerId="LiveId" clId="{6A472943-8B37-4814-B3CD-7789BCFB2FAE}" dt="2025-02-16T17:07:18.263" v="70" actId="403"/>
        <pc:sldMkLst>
          <pc:docMk/>
          <pc:sldMk cId="3660750588" sldId="346"/>
        </pc:sldMkLst>
        <pc:spChg chg="mod">
          <ac:chgData name="Shambhu Kumar" userId="74963117abc18628" providerId="LiveId" clId="{6A472943-8B37-4814-B3CD-7789BCFB2FAE}" dt="2025-02-16T17:07:18.263" v="70" actId="403"/>
          <ac:spMkLst>
            <pc:docMk/>
            <pc:sldMk cId="3660750588" sldId="346"/>
            <ac:spMk id="3" creationId="{8D3C3F04-E680-B5CB-01A7-40FD4DB22123}"/>
          </ac:spMkLst>
        </pc:spChg>
      </pc:sldChg>
      <pc:sldChg chg="del">
        <pc:chgData name="Shambhu Kumar" userId="74963117abc18628" providerId="LiveId" clId="{6A472943-8B37-4814-B3CD-7789BCFB2FAE}" dt="2025-02-16T17:07:04.087" v="67" actId="47"/>
        <pc:sldMkLst>
          <pc:docMk/>
          <pc:sldMk cId="2368288133" sldId="347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3953001906" sldId="348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4127499724" sldId="349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3436638987" sldId="350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2205895172" sldId="351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488009611" sldId="352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2082433280" sldId="353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1118652813" sldId="354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578451210" sldId="355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1896825142" sldId="356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2470727677" sldId="357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3398308247" sldId="358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3528465767" sldId="360"/>
        </pc:sldMkLst>
      </pc:sldChg>
      <pc:sldChg chg="modSp mod">
        <pc:chgData name="Shambhu Kumar" userId="74963117abc18628" providerId="LiveId" clId="{6A472943-8B37-4814-B3CD-7789BCFB2FAE}" dt="2025-02-16T17:18:23.173" v="673" actId="20577"/>
        <pc:sldMkLst>
          <pc:docMk/>
          <pc:sldMk cId="2086932560" sldId="361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1602450210" sldId="362"/>
        </pc:sldMkLst>
      </pc:sldChg>
      <pc:sldChg chg="addSp modSp add mod">
        <pc:chgData name="Shambhu Kumar" userId="74963117abc18628" providerId="LiveId" clId="{6A472943-8B37-4814-B3CD-7789BCFB2FAE}" dt="2025-02-16T17:26:55.454" v="804"/>
        <pc:sldMkLst>
          <pc:docMk/>
          <pc:sldMk cId="4114530728" sldId="362"/>
        </pc:sldMkLst>
        <pc:spChg chg="mod">
          <ac:chgData name="Shambhu Kumar" userId="74963117abc18628" providerId="LiveId" clId="{6A472943-8B37-4814-B3CD-7789BCFB2FAE}" dt="2025-02-16T17:08:21.436" v="150" actId="20577"/>
          <ac:spMkLst>
            <pc:docMk/>
            <pc:sldMk cId="4114530728" sldId="362"/>
            <ac:spMk id="3" creationId="{CCDA89C2-92EF-D27B-C4D0-2763D7D2F78D}"/>
          </ac:spMkLst>
        </pc:spChg>
        <pc:spChg chg="add mod">
          <ac:chgData name="Shambhu Kumar" userId="74963117abc18628" providerId="LiveId" clId="{6A472943-8B37-4814-B3CD-7789BCFB2FAE}" dt="2025-02-16T17:26:55.454" v="804"/>
          <ac:spMkLst>
            <pc:docMk/>
            <pc:sldMk cId="4114530728" sldId="362"/>
            <ac:spMk id="8" creationId="{F4844E6D-7825-120C-A9EC-72315A3C7E2C}"/>
          </ac:spMkLst>
        </pc:spChg>
      </pc:sldChg>
      <pc:sldChg chg="modSp add mod">
        <pc:chgData name="Shambhu Kumar" userId="74963117abc18628" providerId="LiveId" clId="{6A472943-8B37-4814-B3CD-7789BCFB2FAE}" dt="2025-02-16T17:10:30.977" v="284" actId="20577"/>
        <pc:sldMkLst>
          <pc:docMk/>
          <pc:sldMk cId="55666672" sldId="363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4030291839" sldId="363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189355382" sldId="364"/>
        </pc:sldMkLst>
      </pc:sldChg>
      <pc:sldChg chg="modSp add mod">
        <pc:chgData name="Shambhu Kumar" userId="74963117abc18628" providerId="LiveId" clId="{6A472943-8B37-4814-B3CD-7789BCFB2FAE}" dt="2025-02-16T17:26:43.199" v="803" actId="20577"/>
        <pc:sldMkLst>
          <pc:docMk/>
          <pc:sldMk cId="1022988603" sldId="364"/>
        </pc:sldMkLst>
      </pc:sldChg>
      <pc:sldChg chg="modSp add mod">
        <pc:chgData name="Shambhu Kumar" userId="74963117abc18628" providerId="LiveId" clId="{6A472943-8B37-4814-B3CD-7789BCFB2FAE}" dt="2025-02-16T17:11:23.930" v="379" actId="20577"/>
        <pc:sldMkLst>
          <pc:docMk/>
          <pc:sldMk cId="4066090864" sldId="365"/>
        </pc:sldMkLst>
      </pc:sldChg>
      <pc:sldChg chg="addSp delSp modSp add mod">
        <pc:chgData name="Shambhu Kumar" userId="74963117abc18628" providerId="LiveId" clId="{6A472943-8B37-4814-B3CD-7789BCFB2FAE}" dt="2025-02-18T02:12:00.855" v="805" actId="478"/>
        <pc:sldMkLst>
          <pc:docMk/>
          <pc:sldMk cId="3018222156" sldId="366"/>
        </pc:sldMkLst>
      </pc:sldChg>
      <pc:sldChg chg="addSp delSp modSp add mod">
        <pc:chgData name="Shambhu Kumar" userId="74963117abc18628" providerId="LiveId" clId="{6A472943-8B37-4814-B3CD-7789BCFB2FAE}" dt="2025-02-18T02:12:32.263" v="808"/>
        <pc:sldMkLst>
          <pc:docMk/>
          <pc:sldMk cId="1940246628" sldId="367"/>
        </pc:sldMkLst>
      </pc:sldChg>
      <pc:sldChg chg="modSp add mod">
        <pc:chgData name="Shambhu Kumar" userId="74963117abc18628" providerId="LiveId" clId="{6A472943-8B37-4814-B3CD-7789BCFB2FAE}" dt="2025-02-16T17:16:06.174" v="574" actId="20577"/>
        <pc:sldMkLst>
          <pc:docMk/>
          <pc:sldMk cId="3333482545" sldId="368"/>
        </pc:sldMkLst>
      </pc:sldChg>
      <pc:sldChg chg="modSp add mod">
        <pc:chgData name="Shambhu Kumar" userId="74963117abc18628" providerId="LiveId" clId="{6A472943-8B37-4814-B3CD-7789BCFB2FAE}" dt="2025-02-16T17:23:08.204" v="746" actId="20577"/>
        <pc:sldMkLst>
          <pc:docMk/>
          <pc:sldMk cId="3629062701" sldId="369"/>
        </pc:sldMkLst>
      </pc:sldChg>
      <pc:sldChg chg="modSp add mod">
        <pc:chgData name="Shambhu Kumar" userId="74963117abc18628" providerId="LiveId" clId="{6A472943-8B37-4814-B3CD-7789BCFB2FAE}" dt="2025-02-16T17:24:21.121" v="789" actId="20577"/>
        <pc:sldMkLst>
          <pc:docMk/>
          <pc:sldMk cId="202571978" sldId="370"/>
        </pc:sldMkLst>
      </pc:sldChg>
    </pc:docChg>
  </pc:docChgLst>
  <pc:docChgLst>
    <pc:chgData name="Shambhu Kumar" userId="74963117abc18628" providerId="LiveId" clId="{58F92CF6-BACF-445C-92FF-2B38970E5D35}"/>
    <pc:docChg chg="undo custSel addSld delSld modSld modMainMaster">
      <pc:chgData name="Shambhu Kumar" userId="74963117abc18628" providerId="LiveId" clId="{58F92CF6-BACF-445C-92FF-2B38970E5D35}" dt="2023-12-10T16:18:30.844" v="2309" actId="207"/>
      <pc:docMkLst>
        <pc:docMk/>
      </pc:docMkLst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974944141" sldId="256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332979404" sldId="257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266770094" sldId="258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15382612" sldId="259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2510639890" sldId="260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957663604" sldId="261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792246713" sldId="262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37294854" sldId="263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293401456" sldId="264"/>
        </pc:sldMkLst>
      </pc:sldChg>
      <pc:sldChg chg="setBg">
        <pc:chgData name="Shambhu Kumar" userId="74963117abc18628" providerId="LiveId" clId="{58F92CF6-BACF-445C-92FF-2B38970E5D35}" dt="2023-12-10T16:11:27.533" v="2277"/>
        <pc:sldMkLst>
          <pc:docMk/>
          <pc:sldMk cId="3598742032" sldId="265"/>
        </pc:sldMkLst>
      </pc:sldChg>
      <pc:sldChg chg="del">
        <pc:chgData name="Shambhu Kumar" userId="74963117abc18628" providerId="LiveId" clId="{58F92CF6-BACF-445C-92FF-2B38970E5D35}" dt="2023-12-10T14:04:40.515" v="160" actId="2696"/>
        <pc:sldMkLst>
          <pc:docMk/>
          <pc:sldMk cId="4102768442" sldId="266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3118215713" sldId="267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3234218306" sldId="268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373877633" sldId="269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2030359524" sldId="270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2219857807" sldId="271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668735959" sldId="272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013901220" sldId="273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476945031" sldId="274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378588226" sldId="275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2773969405" sldId="276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577435683" sldId="277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303624623" sldId="278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4080756765" sldId="279"/>
        </pc:sldMkLst>
      </pc:sldChg>
      <pc:sldChg chg="addSp delSp modSp mod setBg">
        <pc:chgData name="Shambhu Kumar" userId="74963117abc18628" providerId="LiveId" clId="{58F92CF6-BACF-445C-92FF-2B38970E5D35}" dt="2023-12-10T16:15:49.315" v="2308"/>
        <pc:sldMkLst>
          <pc:docMk/>
          <pc:sldMk cId="3832484108" sldId="280"/>
        </pc:sldMkLst>
      </pc:sldChg>
      <pc:sldChg chg="modSp add del mod">
        <pc:chgData name="Shambhu Kumar" userId="74963117abc18628" providerId="LiveId" clId="{58F92CF6-BACF-445C-92FF-2B38970E5D35}" dt="2023-12-10T14:06:31.753" v="177" actId="2696"/>
        <pc:sldMkLst>
          <pc:docMk/>
          <pc:sldMk cId="657842467" sldId="281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945831170" sldId="281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599725201" sldId="282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52385507" sldId="283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928356547" sldId="284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957384625" sldId="285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594101506" sldId="286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645863187" sldId="287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71964513" sldId="288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098352429" sldId="289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924811520" sldId="290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137961450" sldId="291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624263412" sldId="292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035884235" sldId="293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631588300" sldId="294"/>
        </pc:sldMkLst>
      </pc:sldChg>
      <pc:sldChg chg="addSp delSp modSp add mod setBg">
        <pc:chgData name="Shambhu Kumar" userId="74963117abc18628" providerId="LiveId" clId="{58F92CF6-BACF-445C-92FF-2B38970E5D35}" dt="2023-12-10T16:11:27.533" v="2277"/>
        <pc:sldMkLst>
          <pc:docMk/>
          <pc:sldMk cId="1143264351" sldId="295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272133273" sldId="296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71580609" sldId="297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933057048" sldId="298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102780168" sldId="299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231572352" sldId="300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55594289" sldId="301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269152604" sldId="302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261122865" sldId="303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401103732" sldId="304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30828202" sldId="305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361630470" sldId="306"/>
        </pc:sldMkLst>
      </pc:sldChg>
      <pc:sldChg chg="modSp add mod setBg">
        <pc:chgData name="Shambhu Kumar" userId="74963117abc18628" providerId="LiveId" clId="{58F92CF6-BACF-445C-92FF-2B38970E5D35}" dt="2023-12-10T16:18:30.844" v="2309" actId="207"/>
        <pc:sldMkLst>
          <pc:docMk/>
          <pc:sldMk cId="1004938374" sldId="307"/>
        </pc:sldMkLst>
      </pc:sldChg>
      <pc:sldMasterChg chg="setBg modSldLayout">
        <pc:chgData name="Shambhu Kumar" userId="74963117abc18628" providerId="LiveId" clId="{58F92CF6-BACF-445C-92FF-2B38970E5D35}" dt="2023-12-10T16:15:46.489" v="2306"/>
        <pc:sldMasterMkLst>
          <pc:docMk/>
          <pc:sldMasterMk cId="0" sldId="2147483648"/>
        </pc:sldMasterMkLst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ambhu Kumar" userId="74963117abc18628" providerId="LiveId" clId="{F682FF3B-AEB1-4F0B-9FA2-BE7E46D34007}"/>
    <pc:docChg chg="custSel addSld delSld modSld sldOrd">
      <pc:chgData name="Shambhu Kumar" userId="74963117abc18628" providerId="LiveId" clId="{F682FF3B-AEB1-4F0B-9FA2-BE7E46D34007}" dt="2025-02-11T14:14:43.503" v="384" actId="2696"/>
      <pc:docMkLst>
        <pc:docMk/>
      </pc:docMkLst>
      <pc:sldChg chg="modSp mod">
        <pc:chgData name="Shambhu Kumar" userId="74963117abc18628" providerId="LiveId" clId="{F682FF3B-AEB1-4F0B-9FA2-BE7E46D34007}" dt="2025-02-11T14:13:45.883" v="383" actId="20577"/>
        <pc:sldMkLst>
          <pc:docMk/>
          <pc:sldMk cId="3832484108" sldId="280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013362040" sldId="28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931235251" sldId="28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970971110" sldId="283"/>
        </pc:sldMkLst>
      </pc:sldChg>
      <pc:sldChg chg="del">
        <pc:chgData name="Shambhu Kumar" userId="74963117abc18628" providerId="LiveId" clId="{F682FF3B-AEB1-4F0B-9FA2-BE7E46D34007}" dt="2025-02-11T14:05:58.819" v="22" actId="2696"/>
        <pc:sldMkLst>
          <pc:docMk/>
          <pc:sldMk cId="1736692563" sldId="28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839664945" sldId="28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832093511" sldId="28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4166159427" sldId="287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875038696" sldId="288"/>
        </pc:sldMkLst>
      </pc:sldChg>
      <pc:sldChg chg="del">
        <pc:chgData name="Shambhu Kumar" userId="74963117abc18628" providerId="LiveId" clId="{F682FF3B-AEB1-4F0B-9FA2-BE7E46D34007}" dt="2025-02-11T14:05:52.589" v="20" actId="2696"/>
        <pc:sldMkLst>
          <pc:docMk/>
          <pc:sldMk cId="3240301476" sldId="28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462126841" sldId="290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252936886" sldId="29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177440632" sldId="29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489661934" sldId="293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19285140" sldId="29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582958161" sldId="29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383997015" sldId="29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12295307" sldId="297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029266992" sldId="298"/>
        </pc:sldMkLst>
      </pc:sldChg>
      <pc:sldChg chg="del">
        <pc:chgData name="Shambhu Kumar" userId="74963117abc18628" providerId="LiveId" clId="{F682FF3B-AEB1-4F0B-9FA2-BE7E46D34007}" dt="2025-02-11T14:05:48.508" v="19" actId="2696"/>
        <pc:sldMkLst>
          <pc:docMk/>
          <pc:sldMk cId="3826872898" sldId="29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4117485350" sldId="30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836207760" sldId="30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376636377" sldId="30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204235057" sldId="30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152851144" sldId="308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880348229" sldId="30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408209907" sldId="31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660994441" sldId="31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674546920" sldId="313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4209713976" sldId="31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401482267" sldId="31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534278900" sldId="31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659436768" sldId="317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206433114" sldId="318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338107492" sldId="31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543287374" sldId="320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412309844" sldId="32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439266291" sldId="323"/>
        </pc:sldMkLst>
      </pc:sldChg>
      <pc:sldChg chg="del">
        <pc:chgData name="Shambhu Kumar" userId="74963117abc18628" providerId="LiveId" clId="{F682FF3B-AEB1-4F0B-9FA2-BE7E46D34007}" dt="2025-02-11T14:05:55.800" v="21" actId="2696"/>
        <pc:sldMkLst>
          <pc:docMk/>
          <pc:sldMk cId="2093914745" sldId="32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392762508" sldId="32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127791340" sldId="32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173066823" sldId="327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477768325" sldId="328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055175751" sldId="32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267022428" sldId="330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230968509" sldId="33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694711274" sldId="33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066909088" sldId="333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352668254" sldId="334"/>
        </pc:sldMkLst>
      </pc:sldChg>
      <pc:sldChg chg="del">
        <pc:chgData name="Shambhu Kumar" userId="74963117abc18628" providerId="LiveId" clId="{F682FF3B-AEB1-4F0B-9FA2-BE7E46D34007}" dt="2025-02-11T14:06:01.809" v="23" actId="2696"/>
        <pc:sldMkLst>
          <pc:docMk/>
          <pc:sldMk cId="4219353338" sldId="335"/>
        </pc:sldMkLst>
      </pc:sldChg>
      <pc:sldChg chg="del">
        <pc:chgData name="Shambhu Kumar" userId="74963117abc18628" providerId="LiveId" clId="{F682FF3B-AEB1-4F0B-9FA2-BE7E46D34007}" dt="2025-02-11T14:06:07.138" v="24" actId="2696"/>
        <pc:sldMkLst>
          <pc:docMk/>
          <pc:sldMk cId="3714453775" sldId="336"/>
        </pc:sldMkLst>
      </pc:sldChg>
      <pc:sldChg chg="del">
        <pc:chgData name="Shambhu Kumar" userId="74963117abc18628" providerId="LiveId" clId="{F682FF3B-AEB1-4F0B-9FA2-BE7E46D34007}" dt="2025-02-11T14:14:43.503" v="384" actId="2696"/>
        <pc:sldMkLst>
          <pc:docMk/>
          <pc:sldMk cId="285905419" sldId="337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424576996" sldId="338"/>
        </pc:sldMkLst>
      </pc:sldChg>
      <pc:sldChg chg="delSp modSp add mod ord">
        <pc:chgData name="Shambhu Kumar" userId="74963117abc18628" providerId="LiveId" clId="{F682FF3B-AEB1-4F0B-9FA2-BE7E46D34007}" dt="2025-02-11T14:09:12.141" v="229"/>
        <pc:sldMkLst>
          <pc:docMk/>
          <pc:sldMk cId="2376611383" sldId="338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709746853" sldId="339"/>
        </pc:sldMkLst>
      </pc:sldChg>
      <pc:sldChg chg="delSp modSp add mod ord">
        <pc:chgData name="Shambhu Kumar" userId="74963117abc18628" providerId="LiveId" clId="{F682FF3B-AEB1-4F0B-9FA2-BE7E46D34007}" dt="2025-02-11T14:11:04.746" v="278"/>
        <pc:sldMkLst>
          <pc:docMk/>
          <pc:sldMk cId="3782716333" sldId="33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555222727" sldId="340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040321746" sldId="34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131726698" sldId="34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226116532" sldId="343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52548" sldId="34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205458396" sldId="34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35905083" sldId="34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749222993" sldId="347"/>
        </pc:sldMkLst>
      </pc:sldChg>
    </pc:docChg>
  </pc:docChgLst>
  <pc:docChgLst>
    <pc:chgData name="Shambhu Kumar" userId="74963117abc18628" providerId="LiveId" clId="{6279CFE1-44D5-4C50-9E5A-6430E305DFE0}"/>
    <pc:docChg chg="undo custSel addSld delSld modSld">
      <pc:chgData name="Shambhu Kumar" userId="74963117abc18628" providerId="LiveId" clId="{6279CFE1-44D5-4C50-9E5A-6430E305DFE0}" dt="2025-02-24T01:40:44.946" v="684" actId="21"/>
      <pc:docMkLst>
        <pc:docMk/>
      </pc:docMkLst>
      <pc:sldChg chg="modSp mod">
        <pc:chgData name="Shambhu Kumar" userId="74963117abc18628" providerId="LiveId" clId="{6279CFE1-44D5-4C50-9E5A-6430E305DFE0}" dt="2025-02-19T18:04:57.829" v="99" actId="20577"/>
        <pc:sldMkLst>
          <pc:docMk/>
          <pc:sldMk cId="3660750588" sldId="346"/>
        </pc:sldMkLst>
        <pc:spChg chg="mod">
          <ac:chgData name="Shambhu Kumar" userId="74963117abc18628" providerId="LiveId" clId="{6279CFE1-44D5-4C50-9E5A-6430E305DFE0}" dt="2025-02-19T18:03:49.891" v="31" actId="20577"/>
          <ac:spMkLst>
            <pc:docMk/>
            <pc:sldMk cId="3660750588" sldId="346"/>
            <ac:spMk id="2" creationId="{478CADB9-D772-BC63-6A7C-CED1932B0B71}"/>
          </ac:spMkLst>
        </pc:spChg>
        <pc:spChg chg="mod">
          <ac:chgData name="Shambhu Kumar" userId="74963117abc18628" providerId="LiveId" clId="{6279CFE1-44D5-4C50-9E5A-6430E305DFE0}" dt="2025-02-19T18:04:40.132" v="97" actId="20577"/>
          <ac:spMkLst>
            <pc:docMk/>
            <pc:sldMk cId="3660750588" sldId="346"/>
            <ac:spMk id="3" creationId="{8D3C3F04-E680-B5CB-01A7-40FD4DB22123}"/>
          </ac:spMkLst>
        </pc:spChg>
        <pc:spChg chg="mod">
          <ac:chgData name="Shambhu Kumar" userId="74963117abc18628" providerId="LiveId" clId="{6279CFE1-44D5-4C50-9E5A-6430E305DFE0}" dt="2025-02-19T18:04:57.829" v="99" actId="20577"/>
          <ac:spMkLst>
            <pc:docMk/>
            <pc:sldMk cId="3660750588" sldId="346"/>
            <ac:spMk id="5" creationId="{195C3BAB-D236-136E-13BE-334086C7172B}"/>
          </ac:spMkLst>
        </pc:spChg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2086932560" sldId="361"/>
        </pc:sldMkLst>
      </pc:sldChg>
      <pc:sldChg chg="modSp mod">
        <pc:chgData name="Shambhu Kumar" userId="74963117abc18628" providerId="LiveId" clId="{6279CFE1-44D5-4C50-9E5A-6430E305DFE0}" dt="2025-02-24T01:21:13.220" v="610" actId="20577"/>
        <pc:sldMkLst>
          <pc:docMk/>
          <pc:sldMk cId="4114530728" sldId="362"/>
        </pc:sldMkLst>
        <pc:spChg chg="mod">
          <ac:chgData name="Shambhu Kumar" userId="74963117abc18628" providerId="LiveId" clId="{6279CFE1-44D5-4C50-9E5A-6430E305DFE0}" dt="2025-02-19T18:04:10.156" v="63" actId="20577"/>
          <ac:spMkLst>
            <pc:docMk/>
            <pc:sldMk cId="4114530728" sldId="362"/>
            <ac:spMk id="2" creationId="{BFA96EE1-2563-6E5A-74D9-220EB58C10CD}"/>
          </ac:spMkLst>
        </pc:spChg>
        <pc:spChg chg="mod">
          <ac:chgData name="Shambhu Kumar" userId="74963117abc18628" providerId="LiveId" clId="{6279CFE1-44D5-4C50-9E5A-6430E305DFE0}" dt="2025-02-24T01:21:13.220" v="610" actId="20577"/>
          <ac:spMkLst>
            <pc:docMk/>
            <pc:sldMk cId="4114530728" sldId="362"/>
            <ac:spMk id="3" creationId="{CCDA89C2-92EF-D27B-C4D0-2763D7D2F78D}"/>
          </ac:spMkLst>
        </pc:spChg>
        <pc:spChg chg="mod">
          <ac:chgData name="Shambhu Kumar" userId="74963117abc18628" providerId="LiveId" clId="{6279CFE1-44D5-4C50-9E5A-6430E305DFE0}" dt="2025-02-19T18:18:08.992" v="489" actId="14100"/>
          <ac:spMkLst>
            <pc:docMk/>
            <pc:sldMk cId="4114530728" sldId="362"/>
            <ac:spMk id="7" creationId="{523CC88B-95EA-5CB5-9AB3-6314E3A87622}"/>
          </ac:spMkLst>
        </pc:spChg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55666672" sldId="363"/>
        </pc:sldMkLst>
      </pc:sldChg>
      <pc:sldChg chg="modSp add mod">
        <pc:chgData name="Shambhu Kumar" userId="74963117abc18628" providerId="LiveId" clId="{6279CFE1-44D5-4C50-9E5A-6430E305DFE0}" dt="2025-02-19T18:05:18.368" v="102" actId="20577"/>
        <pc:sldMkLst>
          <pc:docMk/>
          <pc:sldMk cId="455836595" sldId="363"/>
        </pc:sldMkLst>
        <pc:spChg chg="mod">
          <ac:chgData name="Shambhu Kumar" userId="74963117abc18628" providerId="LiveId" clId="{6279CFE1-44D5-4C50-9E5A-6430E305DFE0}" dt="2025-02-19T18:05:18.368" v="102" actId="20577"/>
          <ac:spMkLst>
            <pc:docMk/>
            <pc:sldMk cId="455836595" sldId="363"/>
            <ac:spMk id="3" creationId="{44A3ED8B-36AB-6D44-9356-3DC8502C361C}"/>
          </ac:spMkLst>
        </pc:spChg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1022988603" sldId="364"/>
        </pc:sldMkLst>
      </pc:sldChg>
      <pc:sldChg chg="modSp add mod">
        <pc:chgData name="Shambhu Kumar" userId="74963117abc18628" providerId="LiveId" clId="{6279CFE1-44D5-4C50-9E5A-6430E305DFE0}" dt="2025-02-19T18:05:40.025" v="121" actId="20577"/>
        <pc:sldMkLst>
          <pc:docMk/>
          <pc:sldMk cId="2775237950" sldId="364"/>
        </pc:sldMkLst>
        <pc:spChg chg="mod">
          <ac:chgData name="Shambhu Kumar" userId="74963117abc18628" providerId="LiveId" clId="{6279CFE1-44D5-4C50-9E5A-6430E305DFE0}" dt="2025-02-19T18:05:40.025" v="121" actId="20577"/>
          <ac:spMkLst>
            <pc:docMk/>
            <pc:sldMk cId="2775237950" sldId="364"/>
            <ac:spMk id="3" creationId="{D79353E0-6BBC-A7EE-DE64-16685A70C16A}"/>
          </ac:spMkLst>
        </pc:spChg>
      </pc:sldChg>
      <pc:sldChg chg="modSp add mod">
        <pc:chgData name="Shambhu Kumar" userId="74963117abc18628" providerId="LiveId" clId="{6279CFE1-44D5-4C50-9E5A-6430E305DFE0}" dt="2025-02-19T18:05:49.193" v="129" actId="20577"/>
        <pc:sldMkLst>
          <pc:docMk/>
          <pc:sldMk cId="2930881144" sldId="365"/>
        </pc:sldMkLst>
        <pc:spChg chg="mod">
          <ac:chgData name="Shambhu Kumar" userId="74963117abc18628" providerId="LiveId" clId="{6279CFE1-44D5-4C50-9E5A-6430E305DFE0}" dt="2025-02-19T18:05:49.193" v="129" actId="20577"/>
          <ac:spMkLst>
            <pc:docMk/>
            <pc:sldMk cId="2930881144" sldId="365"/>
            <ac:spMk id="3" creationId="{122D6C5E-3281-A4FD-9F56-90FF6E03A211}"/>
          </ac:spMkLst>
        </pc:spChg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4066090864" sldId="365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3018222156" sldId="366"/>
        </pc:sldMkLst>
      </pc:sldChg>
      <pc:sldChg chg="modSp add mod">
        <pc:chgData name="Shambhu Kumar" userId="74963117abc18628" providerId="LiveId" clId="{6279CFE1-44D5-4C50-9E5A-6430E305DFE0}" dt="2025-02-19T18:07:04.317" v="172" actId="20577"/>
        <pc:sldMkLst>
          <pc:docMk/>
          <pc:sldMk cId="3556625336" sldId="366"/>
        </pc:sldMkLst>
        <pc:spChg chg="mod">
          <ac:chgData name="Shambhu Kumar" userId="74963117abc18628" providerId="LiveId" clId="{6279CFE1-44D5-4C50-9E5A-6430E305DFE0}" dt="2025-02-19T18:07:04.317" v="172" actId="20577"/>
          <ac:spMkLst>
            <pc:docMk/>
            <pc:sldMk cId="3556625336" sldId="366"/>
            <ac:spMk id="3" creationId="{7C1D0791-3B5F-A3D2-9FAF-92FC76B6AF55}"/>
          </ac:spMkLst>
        </pc:spChg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1940246628" sldId="367"/>
        </pc:sldMkLst>
      </pc:sldChg>
      <pc:sldChg chg="modSp add mod">
        <pc:chgData name="Shambhu Kumar" userId="74963117abc18628" providerId="LiveId" clId="{6279CFE1-44D5-4C50-9E5A-6430E305DFE0}" dt="2025-02-19T18:07:40.073" v="188" actId="20577"/>
        <pc:sldMkLst>
          <pc:docMk/>
          <pc:sldMk cId="2977272545" sldId="367"/>
        </pc:sldMkLst>
        <pc:spChg chg="mod">
          <ac:chgData name="Shambhu Kumar" userId="74963117abc18628" providerId="LiveId" clId="{6279CFE1-44D5-4C50-9E5A-6430E305DFE0}" dt="2025-02-19T18:07:40.073" v="188" actId="20577"/>
          <ac:spMkLst>
            <pc:docMk/>
            <pc:sldMk cId="2977272545" sldId="367"/>
            <ac:spMk id="3" creationId="{7C4618A6-5261-993A-DC08-211015303DE5}"/>
          </ac:spMkLst>
        </pc:spChg>
      </pc:sldChg>
      <pc:sldChg chg="modSp add mod">
        <pc:chgData name="Shambhu Kumar" userId="74963117abc18628" providerId="LiveId" clId="{6279CFE1-44D5-4C50-9E5A-6430E305DFE0}" dt="2025-02-19T18:08:15.969" v="201" actId="20577"/>
        <pc:sldMkLst>
          <pc:docMk/>
          <pc:sldMk cId="1786692350" sldId="368"/>
        </pc:sldMkLst>
        <pc:spChg chg="mod">
          <ac:chgData name="Shambhu Kumar" userId="74963117abc18628" providerId="LiveId" clId="{6279CFE1-44D5-4C50-9E5A-6430E305DFE0}" dt="2025-02-19T18:08:15.969" v="201" actId="20577"/>
          <ac:spMkLst>
            <pc:docMk/>
            <pc:sldMk cId="1786692350" sldId="368"/>
            <ac:spMk id="3" creationId="{CC31F9B9-F0AA-EFEE-57D6-AE8FF3B873FB}"/>
          </ac:spMkLst>
        </pc:spChg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3333482545" sldId="368"/>
        </pc:sldMkLst>
      </pc:sldChg>
      <pc:sldChg chg="addSp modSp add mod">
        <pc:chgData name="Shambhu Kumar" userId="74963117abc18628" providerId="LiveId" clId="{6279CFE1-44D5-4C50-9E5A-6430E305DFE0}" dt="2025-02-19T18:21:09.241" v="571"/>
        <pc:sldMkLst>
          <pc:docMk/>
          <pc:sldMk cId="819383839" sldId="369"/>
        </pc:sldMkLst>
        <pc:spChg chg="mod">
          <ac:chgData name="Shambhu Kumar" userId="74963117abc18628" providerId="LiveId" clId="{6279CFE1-44D5-4C50-9E5A-6430E305DFE0}" dt="2025-02-19T18:11:11.099" v="277" actId="20577"/>
          <ac:spMkLst>
            <pc:docMk/>
            <pc:sldMk cId="819383839" sldId="369"/>
            <ac:spMk id="3" creationId="{35AC6128-0E4B-5DCF-E347-13085F8D86CB}"/>
          </ac:spMkLst>
        </pc:spChg>
        <pc:spChg chg="add mod">
          <ac:chgData name="Shambhu Kumar" userId="74963117abc18628" providerId="LiveId" clId="{6279CFE1-44D5-4C50-9E5A-6430E305DFE0}" dt="2025-02-19T18:21:09.241" v="571"/>
          <ac:spMkLst>
            <pc:docMk/>
            <pc:sldMk cId="819383839" sldId="369"/>
            <ac:spMk id="8" creationId="{F00EFB7E-3142-5420-AF02-C08268F5802C}"/>
          </ac:spMkLst>
        </pc:spChg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3629062701" sldId="369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202571978" sldId="370"/>
        </pc:sldMkLst>
      </pc:sldChg>
      <pc:sldChg chg="addSp modSp add mod">
        <pc:chgData name="Shambhu Kumar" userId="74963117abc18628" providerId="LiveId" clId="{6279CFE1-44D5-4C50-9E5A-6430E305DFE0}" dt="2025-02-19T18:20:59.490" v="570"/>
        <pc:sldMkLst>
          <pc:docMk/>
          <pc:sldMk cId="2040021146" sldId="370"/>
        </pc:sldMkLst>
        <pc:spChg chg="mod">
          <ac:chgData name="Shambhu Kumar" userId="74963117abc18628" providerId="LiveId" clId="{6279CFE1-44D5-4C50-9E5A-6430E305DFE0}" dt="2025-02-19T18:11:55.185" v="339" actId="20577"/>
          <ac:spMkLst>
            <pc:docMk/>
            <pc:sldMk cId="2040021146" sldId="370"/>
            <ac:spMk id="3" creationId="{1107EF7C-B6A7-C8BB-89AC-CBAF49B3185C}"/>
          </ac:spMkLst>
        </pc:spChg>
        <pc:spChg chg="add mod">
          <ac:chgData name="Shambhu Kumar" userId="74963117abc18628" providerId="LiveId" clId="{6279CFE1-44D5-4C50-9E5A-6430E305DFE0}" dt="2025-02-19T18:20:59.490" v="570"/>
          <ac:spMkLst>
            <pc:docMk/>
            <pc:sldMk cId="2040021146" sldId="370"/>
            <ac:spMk id="8" creationId="{9FA44502-4361-B91D-01BD-7642E3B19A8E}"/>
          </ac:spMkLst>
        </pc:spChg>
      </pc:sldChg>
      <pc:sldChg chg="addSp modSp add mod">
        <pc:chgData name="Shambhu Kumar" userId="74963117abc18628" providerId="LiveId" clId="{6279CFE1-44D5-4C50-9E5A-6430E305DFE0}" dt="2025-02-19T18:20:54.675" v="569"/>
        <pc:sldMkLst>
          <pc:docMk/>
          <pc:sldMk cId="4117489711" sldId="371"/>
        </pc:sldMkLst>
        <pc:spChg chg="mod">
          <ac:chgData name="Shambhu Kumar" userId="74963117abc18628" providerId="LiveId" clId="{6279CFE1-44D5-4C50-9E5A-6430E305DFE0}" dt="2025-02-19T18:12:34.663" v="366" actId="20577"/>
          <ac:spMkLst>
            <pc:docMk/>
            <pc:sldMk cId="4117489711" sldId="371"/>
            <ac:spMk id="3" creationId="{70EDCAF5-AFAB-B3ED-5947-FEDBF9BF10A8}"/>
          </ac:spMkLst>
        </pc:spChg>
        <pc:spChg chg="mod">
          <ac:chgData name="Shambhu Kumar" userId="74963117abc18628" providerId="LiveId" clId="{6279CFE1-44D5-4C50-9E5A-6430E305DFE0}" dt="2025-02-19T18:12:05.175" v="341" actId="14100"/>
          <ac:spMkLst>
            <pc:docMk/>
            <pc:sldMk cId="4117489711" sldId="371"/>
            <ac:spMk id="7" creationId="{694EE17C-955B-2289-7899-AED87BF18385}"/>
          </ac:spMkLst>
        </pc:spChg>
        <pc:spChg chg="add mod">
          <ac:chgData name="Shambhu Kumar" userId="74963117abc18628" providerId="LiveId" clId="{6279CFE1-44D5-4C50-9E5A-6430E305DFE0}" dt="2025-02-19T18:20:54.675" v="569"/>
          <ac:spMkLst>
            <pc:docMk/>
            <pc:sldMk cId="4117489711" sldId="371"/>
            <ac:spMk id="8" creationId="{E2233B40-6DFB-5D0B-DA00-840CB4D65372}"/>
          </ac:spMkLst>
        </pc:spChg>
      </pc:sldChg>
      <pc:sldChg chg="addSp modSp add mod">
        <pc:chgData name="Shambhu Kumar" userId="74963117abc18628" providerId="LiveId" clId="{6279CFE1-44D5-4C50-9E5A-6430E305DFE0}" dt="2025-02-19T18:20:46.744" v="568"/>
        <pc:sldMkLst>
          <pc:docMk/>
          <pc:sldMk cId="4127016901" sldId="372"/>
        </pc:sldMkLst>
        <pc:spChg chg="mod">
          <ac:chgData name="Shambhu Kumar" userId="74963117abc18628" providerId="LiveId" clId="{6279CFE1-44D5-4C50-9E5A-6430E305DFE0}" dt="2025-02-19T18:13:11.825" v="401" actId="20577"/>
          <ac:spMkLst>
            <pc:docMk/>
            <pc:sldMk cId="4127016901" sldId="372"/>
            <ac:spMk id="3" creationId="{7EED494B-1B82-6761-BB17-1776DE240BFF}"/>
          </ac:spMkLst>
        </pc:spChg>
        <pc:spChg chg="add mod">
          <ac:chgData name="Shambhu Kumar" userId="74963117abc18628" providerId="LiveId" clId="{6279CFE1-44D5-4C50-9E5A-6430E305DFE0}" dt="2025-02-19T18:20:46.744" v="568"/>
          <ac:spMkLst>
            <pc:docMk/>
            <pc:sldMk cId="4127016901" sldId="372"/>
            <ac:spMk id="8" creationId="{E7318392-AE25-2ED7-1D46-0626BA8DB947}"/>
          </ac:spMkLst>
        </pc:spChg>
      </pc:sldChg>
      <pc:sldChg chg="addSp delSp modSp add mod">
        <pc:chgData name="Shambhu Kumar" userId="74963117abc18628" providerId="LiveId" clId="{6279CFE1-44D5-4C50-9E5A-6430E305DFE0}" dt="2025-02-24T01:40:44.946" v="684" actId="21"/>
        <pc:sldMkLst>
          <pc:docMk/>
          <pc:sldMk cId="1401434922" sldId="373"/>
        </pc:sldMkLst>
        <pc:spChg chg="mod">
          <ac:chgData name="Shambhu Kumar" userId="74963117abc18628" providerId="LiveId" clId="{6279CFE1-44D5-4C50-9E5A-6430E305DFE0}" dt="2025-02-19T18:19:35.078" v="562" actId="20577"/>
          <ac:spMkLst>
            <pc:docMk/>
            <pc:sldMk cId="1401434922" sldId="373"/>
            <ac:spMk id="3" creationId="{8E3B8E9E-C429-C9C3-24AA-3FC8BD0714F8}"/>
          </ac:spMkLst>
        </pc:spChg>
        <pc:spChg chg="add mod">
          <ac:chgData name="Shambhu Kumar" userId="74963117abc18628" providerId="LiveId" clId="{6279CFE1-44D5-4C50-9E5A-6430E305DFE0}" dt="2025-02-19T18:20:33.050" v="567" actId="1076"/>
          <ac:spMkLst>
            <pc:docMk/>
            <pc:sldMk cId="1401434922" sldId="373"/>
            <ac:spMk id="8" creationId="{112C5828-B16C-EACC-86D0-0F1F8F3D47C5}"/>
          </ac:spMkLst>
        </pc:spChg>
        <pc:spChg chg="add del mod">
          <ac:chgData name="Shambhu Kumar" userId="74963117abc18628" providerId="LiveId" clId="{6279CFE1-44D5-4C50-9E5A-6430E305DFE0}" dt="2025-02-24T01:35:01.299" v="667" actId="478"/>
          <ac:spMkLst>
            <pc:docMk/>
            <pc:sldMk cId="1401434922" sldId="373"/>
            <ac:spMk id="9" creationId="{2ED90E84-B6E7-9747-72F6-13B882B01542}"/>
          </ac:spMkLst>
        </pc:spChg>
        <pc:spChg chg="add del mod">
          <ac:chgData name="Shambhu Kumar" userId="74963117abc18628" providerId="LiveId" clId="{6279CFE1-44D5-4C50-9E5A-6430E305DFE0}" dt="2025-02-24T01:40:44.946" v="684" actId="21"/>
          <ac:spMkLst>
            <pc:docMk/>
            <pc:sldMk cId="1401434922" sldId="373"/>
            <ac:spMk id="10" creationId="{C39B930C-2DE8-BF73-F7B5-D06D52C607B5}"/>
          </ac:spMkLst>
        </pc:spChg>
        <pc:spChg chg="mod">
          <ac:chgData name="Shambhu Kumar" userId="74963117abc18628" providerId="LiveId" clId="{6279CFE1-44D5-4C50-9E5A-6430E305DFE0}" dt="2025-02-24T01:39:40.294" v="682" actId="207"/>
          <ac:spMkLst>
            <pc:docMk/>
            <pc:sldMk cId="1401434922" sldId="373"/>
            <ac:spMk id="12" creationId="{58E0C99F-F2A4-481D-2BD8-B33969F9AC1F}"/>
          </ac:spMkLst>
        </pc:spChg>
        <pc:spChg chg="mod">
          <ac:chgData name="Shambhu Kumar" userId="74963117abc18628" providerId="LiveId" clId="{6279CFE1-44D5-4C50-9E5A-6430E305DFE0}" dt="2025-02-24T01:35:02.709" v="668"/>
          <ac:spMkLst>
            <pc:docMk/>
            <pc:sldMk cId="1401434922" sldId="373"/>
            <ac:spMk id="13" creationId="{669DBEAC-5575-AFC1-D8DB-29A97E576165}"/>
          </ac:spMkLst>
        </pc:spChg>
        <pc:spChg chg="mod">
          <ac:chgData name="Shambhu Kumar" userId="74963117abc18628" providerId="LiveId" clId="{6279CFE1-44D5-4C50-9E5A-6430E305DFE0}" dt="2025-02-24T01:35:02.709" v="668"/>
          <ac:spMkLst>
            <pc:docMk/>
            <pc:sldMk cId="1401434922" sldId="373"/>
            <ac:spMk id="14" creationId="{BC1434AC-C070-0EEC-FF22-FCF2B7D85795}"/>
          </ac:spMkLst>
        </pc:spChg>
        <pc:spChg chg="mod">
          <ac:chgData name="Shambhu Kumar" userId="74963117abc18628" providerId="LiveId" clId="{6279CFE1-44D5-4C50-9E5A-6430E305DFE0}" dt="2025-02-24T01:35:02.709" v="668"/>
          <ac:spMkLst>
            <pc:docMk/>
            <pc:sldMk cId="1401434922" sldId="373"/>
            <ac:spMk id="15" creationId="{6BE12E4C-8536-2046-D038-690992F7C981}"/>
          </ac:spMkLst>
        </pc:spChg>
        <pc:spChg chg="mod">
          <ac:chgData name="Shambhu Kumar" userId="74963117abc18628" providerId="LiveId" clId="{6279CFE1-44D5-4C50-9E5A-6430E305DFE0}" dt="2025-02-24T01:35:02.709" v="668"/>
          <ac:spMkLst>
            <pc:docMk/>
            <pc:sldMk cId="1401434922" sldId="373"/>
            <ac:spMk id="16" creationId="{5D7B075E-9EB5-52DB-28AB-02DCDD5E30C0}"/>
          </ac:spMkLst>
        </pc:spChg>
        <pc:grpChg chg="add del mod">
          <ac:chgData name="Shambhu Kumar" userId="74963117abc18628" providerId="LiveId" clId="{6279CFE1-44D5-4C50-9E5A-6430E305DFE0}" dt="2025-02-24T01:40:44.946" v="684" actId="21"/>
          <ac:grpSpMkLst>
            <pc:docMk/>
            <pc:sldMk cId="1401434922" sldId="373"/>
            <ac:grpSpMk id="11" creationId="{CB357B63-EAB2-B838-C381-7B24A7EA8931}"/>
          </ac:grpSpMkLst>
        </pc:grpChg>
      </pc:sldChg>
      <pc:sldChg chg="modSp add mod">
        <pc:chgData name="Shambhu Kumar" userId="74963117abc18628" providerId="LiveId" clId="{6279CFE1-44D5-4C50-9E5A-6430E305DFE0}" dt="2025-02-24T01:23:58.332" v="665" actId="403"/>
        <pc:sldMkLst>
          <pc:docMk/>
          <pc:sldMk cId="274646749" sldId="374"/>
        </pc:sldMkLst>
        <pc:spChg chg="mod">
          <ac:chgData name="Shambhu Kumar" userId="74963117abc18628" providerId="LiveId" clId="{6279CFE1-44D5-4C50-9E5A-6430E305DFE0}" dt="2025-02-24T01:23:58.332" v="665" actId="403"/>
          <ac:spMkLst>
            <pc:docMk/>
            <pc:sldMk cId="274646749" sldId="374"/>
            <ac:spMk id="3" creationId="{50158846-862E-2009-A014-EC39B6060159}"/>
          </ac:spMkLst>
        </pc:spChg>
      </pc:sldChg>
      <pc:sldChg chg="modSp add del mod">
        <pc:chgData name="Shambhu Kumar" userId="74963117abc18628" providerId="LiveId" clId="{6279CFE1-44D5-4C50-9E5A-6430E305DFE0}" dt="2025-02-21T02:11:51.959" v="604" actId="2696"/>
        <pc:sldMkLst>
          <pc:docMk/>
          <pc:sldMk cId="1451743667" sldId="374"/>
        </pc:sldMkLst>
      </pc:sldChg>
    </pc:docChg>
  </pc:docChgLst>
  <pc:docChgLst>
    <pc:chgData name="Shambhu Kumar" userId="74963117abc18628" providerId="LiveId" clId="{3B98741F-3578-440E-8710-49F5ED8C58BA}"/>
    <pc:docChg chg="undo custSel addSld delSld modSld sldOrd modMainMaster">
      <pc:chgData name="Shambhu Kumar" userId="74963117abc18628" providerId="LiveId" clId="{3B98741F-3578-440E-8710-49F5ED8C58BA}" dt="2024-02-09T02:57:09.114" v="4083" actId="20577"/>
      <pc:docMkLst>
        <pc:docMk/>
      </pc:docMkLst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598742032" sldId="265"/>
        </pc:sldMkLst>
      </pc:sldChg>
      <pc:sldChg chg="modSp mod setBg">
        <pc:chgData name="Shambhu Kumar" userId="74963117abc18628" providerId="LiveId" clId="{3B98741F-3578-440E-8710-49F5ED8C58BA}" dt="2023-12-25T09:44:53.153" v="1059"/>
        <pc:sldMkLst>
          <pc:docMk/>
          <pc:sldMk cId="3832484108" sldId="280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1013362040" sldId="281"/>
        </pc:sldMkLst>
      </pc:sldChg>
      <pc:sldChg chg="add del">
        <pc:chgData name="Shambhu Kumar" userId="74963117abc18628" providerId="LiveId" clId="{3B98741F-3578-440E-8710-49F5ED8C58BA}" dt="2023-12-25T04:51:25.289" v="18" actId="2696"/>
        <pc:sldMkLst>
          <pc:docMk/>
          <pc:sldMk cId="1504371077" sldId="281"/>
        </pc:sldMkLst>
      </pc:sldChg>
      <pc:sldChg chg="del">
        <pc:chgData name="Shambhu Kumar" userId="74963117abc18628" providerId="LiveId" clId="{3B98741F-3578-440E-8710-49F5ED8C58BA}" dt="2023-12-25T04:49:41.296" v="14" actId="2696"/>
        <pc:sldMkLst>
          <pc:docMk/>
          <pc:sldMk cId="1945831170" sldId="281"/>
        </pc:sldMkLst>
      </pc:sldChg>
      <pc:sldChg chg="new del setBg">
        <pc:chgData name="Shambhu Kumar" userId="74963117abc18628" providerId="LiveId" clId="{3B98741F-3578-440E-8710-49F5ED8C58BA}" dt="2023-12-25T04:52:49.563" v="35" actId="2696"/>
        <pc:sldMkLst>
          <pc:docMk/>
          <pc:sldMk cId="2251482085" sldId="281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931235251" sldId="282"/>
        </pc:sldMkLst>
      </pc:sldChg>
      <pc:sldChg chg="add del">
        <pc:chgData name="Shambhu Kumar" userId="74963117abc18628" providerId="LiveId" clId="{3B98741F-3578-440E-8710-49F5ED8C58BA}" dt="2023-12-25T04:51:28.220" v="19" actId="2696"/>
        <pc:sldMkLst>
          <pc:docMk/>
          <pc:sldMk cId="1903174218" sldId="282"/>
        </pc:sldMkLst>
      </pc:sldChg>
      <pc:sldChg chg="add del">
        <pc:chgData name="Shambhu Kumar" userId="74963117abc18628" providerId="LiveId" clId="{3B98741F-3578-440E-8710-49F5ED8C58BA}" dt="2023-12-25T04:52:46.159" v="34" actId="2696"/>
        <pc:sldMkLst>
          <pc:docMk/>
          <pc:sldMk cId="2917592816" sldId="282"/>
        </pc:sldMkLst>
      </pc:sldChg>
      <pc:sldChg chg="add del">
        <pc:chgData name="Shambhu Kumar" userId="74963117abc18628" providerId="LiveId" clId="{3B98741F-3578-440E-8710-49F5ED8C58BA}" dt="2023-12-25T04:52:38.035" v="32" actId="2696"/>
        <pc:sldMkLst>
          <pc:docMk/>
          <pc:sldMk cId="3213642966" sldId="282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599725201" sldId="282"/>
        </pc:sldMkLst>
      </pc:sldChg>
      <pc:sldChg chg="add del">
        <pc:chgData name="Shambhu Kumar" userId="74963117abc18628" providerId="LiveId" clId="{3B98741F-3578-440E-8710-49F5ED8C58BA}" dt="2023-12-25T04:52:07.133" v="25" actId="2696"/>
        <pc:sldMkLst>
          <pc:docMk/>
          <pc:sldMk cId="4206622630" sldId="282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52385507" sldId="283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1970971110" sldId="283"/>
        </pc:sldMkLst>
      </pc:sldChg>
      <pc:sldChg chg="add del">
        <pc:chgData name="Shambhu Kumar" userId="74963117abc18628" providerId="LiveId" clId="{3B98741F-3578-440E-8710-49F5ED8C58BA}" dt="2023-12-25T04:51:32.881" v="20" actId="2696"/>
        <pc:sldMkLst>
          <pc:docMk/>
          <pc:sldMk cId="3436277291" sldId="283"/>
        </pc:sldMkLst>
      </pc:sldChg>
      <pc:sldChg chg="modSp add mod setBg">
        <pc:chgData name="Shambhu Kumar" userId="74963117abc18628" providerId="LiveId" clId="{3B98741F-3578-440E-8710-49F5ED8C58BA}" dt="2023-12-25T09:53:31.259" v="1578" actId="20577"/>
        <pc:sldMkLst>
          <pc:docMk/>
          <pc:sldMk cId="1736692563" sldId="284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928356547" sldId="284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3839664945" sldId="285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957384625" sldId="285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594101506" sldId="286"/>
        </pc:sldMkLst>
      </pc:sldChg>
      <pc:sldChg chg="modSp add mod setBg">
        <pc:chgData name="Shambhu Kumar" userId="74963117abc18628" providerId="LiveId" clId="{3B98741F-3578-440E-8710-49F5ED8C58BA}" dt="2024-01-22T15:03:39.149" v="1953" actId="20577"/>
        <pc:sldMkLst>
          <pc:docMk/>
          <pc:sldMk cId="832093511" sldId="286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645863187" sldId="287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4166159427" sldId="287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71964513" sldId="288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2875038696" sldId="288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2098352429" sldId="289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3240301476" sldId="289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924811520" sldId="290"/>
        </pc:sldMkLst>
      </pc:sldChg>
      <pc:sldChg chg="modSp add mod setBg">
        <pc:chgData name="Shambhu Kumar" userId="74963117abc18628" providerId="LiveId" clId="{3B98741F-3578-440E-8710-49F5ED8C58BA}" dt="2024-02-02T01:34:08.902" v="3592" actId="20577"/>
        <pc:sldMkLst>
          <pc:docMk/>
          <pc:sldMk cId="1462126841" sldId="290"/>
        </pc:sldMkLst>
      </pc:sldChg>
      <pc:sldChg chg="modSp add mod setBg">
        <pc:chgData name="Shambhu Kumar" userId="74963117abc18628" providerId="LiveId" clId="{3B98741F-3578-440E-8710-49F5ED8C58BA}" dt="2024-01-22T15:06:22.827" v="2102" actId="20577"/>
        <pc:sldMkLst>
          <pc:docMk/>
          <pc:sldMk cId="1252936886" sldId="291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137961450" sldId="291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3177440632" sldId="292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624263412" sldId="292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035884235" sldId="293"/>
        </pc:sldMkLst>
      </pc:sldChg>
      <pc:sldChg chg="modSp add mod setBg">
        <pc:chgData name="Shambhu Kumar" userId="74963117abc18628" providerId="LiveId" clId="{3B98741F-3578-440E-8710-49F5ED8C58BA}" dt="2023-12-25T09:47:34.468" v="1303" actId="20577"/>
        <pc:sldMkLst>
          <pc:docMk/>
          <pc:sldMk cId="1489661934" sldId="293"/>
        </pc:sldMkLst>
      </pc:sldChg>
      <pc:sldChg chg="modSp add mod setBg">
        <pc:chgData name="Shambhu Kumar" userId="74963117abc18628" providerId="LiveId" clId="{3B98741F-3578-440E-8710-49F5ED8C58BA}" dt="2024-01-22T15:06:57.253" v="2143" actId="20577"/>
        <pc:sldMkLst>
          <pc:docMk/>
          <pc:sldMk cId="119285140" sldId="294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631588300" sldId="294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143264351" sldId="295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3582958161" sldId="295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2272133273" sldId="296"/>
        </pc:sldMkLst>
      </pc:sldChg>
      <pc:sldChg chg="modSp add mod">
        <pc:chgData name="Shambhu Kumar" userId="74963117abc18628" providerId="LiveId" clId="{3B98741F-3578-440E-8710-49F5ED8C58BA}" dt="2023-12-25T09:46:22.516" v="1115" actId="20577"/>
        <pc:sldMkLst>
          <pc:docMk/>
          <pc:sldMk cId="2383997015" sldId="296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71580609" sldId="297"/>
        </pc:sldMkLst>
      </pc:sldChg>
      <pc:sldChg chg="modSp add mod">
        <pc:chgData name="Shambhu Kumar" userId="74963117abc18628" providerId="LiveId" clId="{3B98741F-3578-440E-8710-49F5ED8C58BA}" dt="2023-12-25T09:48:35.974" v="1305" actId="20577"/>
        <pc:sldMkLst>
          <pc:docMk/>
          <pc:sldMk cId="112295307" sldId="297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933057048" sldId="298"/>
        </pc:sldMkLst>
      </pc:sldChg>
      <pc:sldChg chg="modSp add mod">
        <pc:chgData name="Shambhu Kumar" userId="74963117abc18628" providerId="LiveId" clId="{3B98741F-3578-440E-8710-49F5ED8C58BA}" dt="2024-02-06T06:18:10.984" v="3620" actId="20577"/>
        <pc:sldMkLst>
          <pc:docMk/>
          <pc:sldMk cId="3029266992" sldId="298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102780168" sldId="299"/>
        </pc:sldMkLst>
      </pc:sldChg>
      <pc:sldChg chg="modSp add mod">
        <pc:chgData name="Shambhu Kumar" userId="74963117abc18628" providerId="LiveId" clId="{3B98741F-3578-440E-8710-49F5ED8C58BA}" dt="2023-12-25T09:51:25.131" v="1461" actId="20577"/>
        <pc:sldMkLst>
          <pc:docMk/>
          <pc:sldMk cId="3826872898" sldId="299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231572352" sldId="300"/>
        </pc:sldMkLst>
      </pc:sldChg>
      <pc:sldChg chg="modSp add mod">
        <pc:chgData name="Shambhu Kumar" userId="74963117abc18628" providerId="LiveId" clId="{3B98741F-3578-440E-8710-49F5ED8C58BA}" dt="2024-01-23T15:49:53.896" v="2257" actId="20577"/>
        <pc:sldMkLst>
          <pc:docMk/>
          <pc:sldMk cId="4022226011" sldId="300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55594289" sldId="301"/>
        </pc:sldMkLst>
      </pc:sldChg>
      <pc:sldChg chg="modSp add mod ord">
        <pc:chgData name="Shambhu Kumar" userId="74963117abc18628" providerId="LiveId" clId="{3B98741F-3578-440E-8710-49F5ED8C58BA}" dt="2024-02-08T02:02:36.504" v="4029" actId="20577"/>
        <pc:sldMkLst>
          <pc:docMk/>
          <pc:sldMk cId="4117485350" sldId="301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269152604" sldId="302"/>
        </pc:sldMkLst>
      </pc:sldChg>
      <pc:sldChg chg="modSp add del mod">
        <pc:chgData name="Shambhu Kumar" userId="74963117abc18628" providerId="LiveId" clId="{3B98741F-3578-440E-8710-49F5ED8C58BA}" dt="2024-02-07T05:33:43.629" v="3657" actId="47"/>
        <pc:sldMkLst>
          <pc:docMk/>
          <pc:sldMk cId="3178041128" sldId="302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2261122865" sldId="303"/>
        </pc:sldMkLst>
      </pc:sldChg>
      <pc:sldChg chg="modSp add del mod">
        <pc:chgData name="Shambhu Kumar" userId="74963117abc18628" providerId="LiveId" clId="{3B98741F-3578-440E-8710-49F5ED8C58BA}" dt="2023-12-25T09:59:52.531" v="1944" actId="2696"/>
        <pc:sldMkLst>
          <pc:docMk/>
          <pc:sldMk cId="2324597073" sldId="303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401103732" sldId="304"/>
        </pc:sldMkLst>
      </pc:sldChg>
      <pc:sldChg chg="modSp add mod">
        <pc:chgData name="Shambhu Kumar" userId="74963117abc18628" providerId="LiveId" clId="{3B98741F-3578-440E-8710-49F5ED8C58BA}" dt="2024-02-07T03:03:27.975" v="3654" actId="20577"/>
        <pc:sldMkLst>
          <pc:docMk/>
          <pc:sldMk cId="3836207760" sldId="304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230828202" sldId="305"/>
        </pc:sldMkLst>
      </pc:sldChg>
      <pc:sldChg chg="addSp delSp modSp add mod">
        <pc:chgData name="Shambhu Kumar" userId="74963117abc18628" providerId="LiveId" clId="{3B98741F-3578-440E-8710-49F5ED8C58BA}" dt="2024-02-07T03:03:23.056" v="3652" actId="20577"/>
        <pc:sldMkLst>
          <pc:docMk/>
          <pc:sldMk cId="3376636377" sldId="305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361630470" sldId="306"/>
        </pc:sldMkLst>
      </pc:sldChg>
      <pc:sldChg chg="modSp add mod">
        <pc:chgData name="Shambhu Kumar" userId="74963117abc18628" providerId="LiveId" clId="{3B98741F-3578-440E-8710-49F5ED8C58BA}" dt="2024-02-08T02:02:00.957" v="4015" actId="20577"/>
        <pc:sldMkLst>
          <pc:docMk/>
          <pc:sldMk cId="2204235057" sldId="306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004938374" sldId="307"/>
        </pc:sldMkLst>
      </pc:sldChg>
      <pc:sldChg chg="modSp add mod ord">
        <pc:chgData name="Shambhu Kumar" userId="74963117abc18628" providerId="LiveId" clId="{3B98741F-3578-440E-8710-49F5ED8C58BA}" dt="2024-02-07T03:03:18.268" v="3650" actId="20577"/>
        <pc:sldMkLst>
          <pc:docMk/>
          <pc:sldMk cId="2889649690" sldId="307"/>
        </pc:sldMkLst>
      </pc:sldChg>
      <pc:sldChg chg="modSp add mod ord">
        <pc:chgData name="Shambhu Kumar" userId="74963117abc18628" providerId="LiveId" clId="{3B98741F-3578-440E-8710-49F5ED8C58BA}" dt="2024-02-07T03:02:33.929" v="3644" actId="20577"/>
        <pc:sldMkLst>
          <pc:docMk/>
          <pc:sldMk cId="2152851144" sldId="308"/>
        </pc:sldMkLst>
      </pc:sldChg>
      <pc:sldChg chg="modSp add mod ord">
        <pc:chgData name="Shambhu Kumar" userId="74963117abc18628" providerId="LiveId" clId="{3B98741F-3578-440E-8710-49F5ED8C58BA}" dt="2024-02-07T03:03:05.940" v="3648" actId="20577"/>
        <pc:sldMkLst>
          <pc:docMk/>
          <pc:sldMk cId="2880348229" sldId="309"/>
        </pc:sldMkLst>
      </pc:sldChg>
      <pc:sldChg chg="modSp add mod ord">
        <pc:chgData name="Shambhu Kumar" userId="74963117abc18628" providerId="LiveId" clId="{3B98741F-3578-440E-8710-49F5ED8C58BA}" dt="2024-02-07T03:02:38.750" v="3646" actId="20577"/>
        <pc:sldMkLst>
          <pc:docMk/>
          <pc:sldMk cId="1927079181" sldId="310"/>
        </pc:sldMkLst>
      </pc:sldChg>
      <pc:sldChg chg="modSp add mod">
        <pc:chgData name="Shambhu Kumar" userId="74963117abc18628" providerId="LiveId" clId="{3B98741F-3578-440E-8710-49F5ED8C58BA}" dt="2024-02-08T02:02:31.246" v="4027" actId="20577"/>
        <pc:sldMkLst>
          <pc:docMk/>
          <pc:sldMk cId="1408209907" sldId="311"/>
        </pc:sldMkLst>
      </pc:sldChg>
      <pc:sldChg chg="modSp add mod">
        <pc:chgData name="Shambhu Kumar" userId="74963117abc18628" providerId="LiveId" clId="{3B98741F-3578-440E-8710-49F5ED8C58BA}" dt="2024-02-08T02:02:05.157" v="4017" actId="20577"/>
        <pc:sldMkLst>
          <pc:docMk/>
          <pc:sldMk cId="1660994441" sldId="312"/>
        </pc:sldMkLst>
      </pc:sldChg>
      <pc:sldChg chg="modSp add mod">
        <pc:chgData name="Shambhu Kumar" userId="74963117abc18628" providerId="LiveId" clId="{3B98741F-3578-440E-8710-49F5ED8C58BA}" dt="2024-02-08T02:02:09.825" v="4019" actId="20577"/>
        <pc:sldMkLst>
          <pc:docMk/>
          <pc:sldMk cId="674546920" sldId="313"/>
        </pc:sldMkLst>
      </pc:sldChg>
      <pc:sldChg chg="modSp add mod">
        <pc:chgData name="Shambhu Kumar" userId="74963117abc18628" providerId="LiveId" clId="{3B98741F-3578-440E-8710-49F5ED8C58BA}" dt="2024-02-08T02:02:20.561" v="4023" actId="20577"/>
        <pc:sldMkLst>
          <pc:docMk/>
          <pc:sldMk cId="4209713976" sldId="314"/>
        </pc:sldMkLst>
      </pc:sldChg>
      <pc:sldChg chg="modSp add mod">
        <pc:chgData name="Shambhu Kumar" userId="74963117abc18628" providerId="LiveId" clId="{3B98741F-3578-440E-8710-49F5ED8C58BA}" dt="2024-02-08T02:02:24.952" v="4025" actId="20577"/>
        <pc:sldMkLst>
          <pc:docMk/>
          <pc:sldMk cId="1401482267" sldId="315"/>
        </pc:sldMkLst>
      </pc:sldChg>
      <pc:sldChg chg="modSp add mod">
        <pc:chgData name="Shambhu Kumar" userId="74963117abc18628" providerId="LiveId" clId="{3B98741F-3578-440E-8710-49F5ED8C58BA}" dt="2024-02-08T02:02:13.967" v="4021" actId="20577"/>
        <pc:sldMkLst>
          <pc:docMk/>
          <pc:sldMk cId="2534278900" sldId="316"/>
        </pc:sldMkLst>
      </pc:sldChg>
      <pc:sldChg chg="modSp add mod">
        <pc:chgData name="Shambhu Kumar" userId="74963117abc18628" providerId="LiveId" clId="{3B98741F-3578-440E-8710-49F5ED8C58BA}" dt="2024-02-08T02:02:43.164" v="4031" actId="20577"/>
        <pc:sldMkLst>
          <pc:docMk/>
          <pc:sldMk cId="659436768" sldId="317"/>
        </pc:sldMkLst>
      </pc:sldChg>
      <pc:sldChg chg="modSp add mod">
        <pc:chgData name="Shambhu Kumar" userId="74963117abc18628" providerId="LiveId" clId="{3B98741F-3578-440E-8710-49F5ED8C58BA}" dt="2024-02-08T02:02:49.679" v="4033" actId="20577"/>
        <pc:sldMkLst>
          <pc:docMk/>
          <pc:sldMk cId="3206433114" sldId="318"/>
        </pc:sldMkLst>
      </pc:sldChg>
      <pc:sldChg chg="modSp add mod">
        <pc:chgData name="Shambhu Kumar" userId="74963117abc18628" providerId="LiveId" clId="{3B98741F-3578-440E-8710-49F5ED8C58BA}" dt="2024-02-08T02:02:59.098" v="4039" actId="20577"/>
        <pc:sldMkLst>
          <pc:docMk/>
          <pc:sldMk cId="3338107492" sldId="319"/>
        </pc:sldMkLst>
      </pc:sldChg>
      <pc:sldChg chg="modSp add mod">
        <pc:chgData name="Shambhu Kumar" userId="74963117abc18628" providerId="LiveId" clId="{3B98741F-3578-440E-8710-49F5ED8C58BA}" dt="2024-02-07T05:58:37.621" v="3875" actId="20577"/>
        <pc:sldMkLst>
          <pc:docMk/>
          <pc:sldMk cId="543287374" sldId="320"/>
        </pc:sldMkLst>
      </pc:sldChg>
      <pc:sldChg chg="modSp add mod">
        <pc:chgData name="Shambhu Kumar" userId="74963117abc18628" providerId="LiveId" clId="{3B98741F-3578-440E-8710-49F5ED8C58BA}" dt="2024-02-08T01:47:25.968" v="3881" actId="207"/>
        <pc:sldMkLst>
          <pc:docMk/>
          <pc:sldMk cId="1117750119" sldId="321"/>
        </pc:sldMkLst>
      </pc:sldChg>
      <pc:sldChg chg="modSp add mod">
        <pc:chgData name="Shambhu Kumar" userId="74963117abc18628" providerId="LiveId" clId="{3B98741F-3578-440E-8710-49F5ED8C58BA}" dt="2024-02-08T02:01:52.538" v="4011" actId="20577"/>
        <pc:sldMkLst>
          <pc:docMk/>
          <pc:sldMk cId="2412309844" sldId="322"/>
        </pc:sldMkLst>
      </pc:sldChg>
      <pc:sldChg chg="modSp add mod">
        <pc:chgData name="Shambhu Kumar" userId="74963117abc18628" providerId="LiveId" clId="{3B98741F-3578-440E-8710-49F5ED8C58BA}" dt="2024-02-09T02:57:09.114" v="4083" actId="20577"/>
        <pc:sldMkLst>
          <pc:docMk/>
          <pc:sldMk cId="439266291" sldId="323"/>
        </pc:sldMkLst>
      </pc:sldChg>
      <pc:sldMasterChg chg="setBg modSldLayout">
        <pc:chgData name="Shambhu Kumar" userId="74963117abc18628" providerId="LiveId" clId="{3B98741F-3578-440E-8710-49F5ED8C58BA}" dt="2023-12-25T09:44:53.153" v="1059"/>
        <pc:sldMasterMkLst>
          <pc:docMk/>
          <pc:sldMasterMk cId="0" sldId="2147483648"/>
        </pc:sldMasterMkLst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ambhu Kumar" userId="74963117abc18628" providerId="LiveId" clId="{1D4DB0BF-8462-45C1-9D5E-1E9F271BD023}"/>
    <pc:docChg chg="undo redo custSel addSld delSld modSld sldOrd">
      <pc:chgData name="Shambhu Kumar" userId="74963117abc18628" providerId="LiveId" clId="{1D4DB0BF-8462-45C1-9D5E-1E9F271BD023}" dt="2025-02-11T18:14:25.424" v="569" actId="20577"/>
      <pc:docMkLst>
        <pc:docMk/>
      </pc:docMkLst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2376611383" sldId="338"/>
        </pc:sldMkLst>
      </pc:sldChg>
      <pc:sldChg chg="modSp del mod">
        <pc:chgData name="Shambhu Kumar" userId="74963117abc18628" providerId="LiveId" clId="{1D4DB0BF-8462-45C1-9D5E-1E9F271BD023}" dt="2025-02-11T17:57:40.405" v="36" actId="47"/>
        <pc:sldMkLst>
          <pc:docMk/>
          <pc:sldMk cId="2226280035" sldId="339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3152058654" sldId="340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471389349" sldId="341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1526212849" sldId="342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2170448086" sldId="343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2809819034" sldId="345"/>
        </pc:sldMkLst>
      </pc:sldChg>
      <pc:sldChg chg="modSp mod">
        <pc:chgData name="Shambhu Kumar" userId="74963117abc18628" providerId="LiveId" clId="{1D4DB0BF-8462-45C1-9D5E-1E9F271BD023}" dt="2025-02-11T18:14:25.424" v="569" actId="20577"/>
        <pc:sldMkLst>
          <pc:docMk/>
          <pc:sldMk cId="3660750588" sldId="346"/>
        </pc:sldMkLst>
        <pc:spChg chg="mod">
          <ac:chgData name="Shambhu Kumar" userId="74963117abc18628" providerId="LiveId" clId="{1D4DB0BF-8462-45C1-9D5E-1E9F271BD023}" dt="2025-02-11T18:14:25.424" v="569" actId="20577"/>
          <ac:spMkLst>
            <pc:docMk/>
            <pc:sldMk cId="3660750588" sldId="346"/>
            <ac:spMk id="2" creationId="{478CADB9-D772-BC63-6A7C-CED1932B0B71}"/>
          </ac:spMkLst>
        </pc:spChg>
        <pc:spChg chg="mod">
          <ac:chgData name="Shambhu Kumar" userId="74963117abc18628" providerId="LiveId" clId="{1D4DB0BF-8462-45C1-9D5E-1E9F271BD023}" dt="2025-02-11T18:09:35.524" v="376" actId="14100"/>
          <ac:spMkLst>
            <pc:docMk/>
            <pc:sldMk cId="3660750588" sldId="346"/>
            <ac:spMk id="3" creationId="{8D3C3F04-E680-B5CB-01A7-40FD4DB22123}"/>
          </ac:spMkLst>
        </pc:spChg>
      </pc:sldChg>
      <pc:sldChg chg="add del">
        <pc:chgData name="Shambhu Kumar" userId="74963117abc18628" providerId="LiveId" clId="{1D4DB0BF-8462-45C1-9D5E-1E9F271BD023}" dt="2025-02-11T18:09:45.481" v="378" actId="2696"/>
        <pc:sldMkLst>
          <pc:docMk/>
          <pc:sldMk cId="2410654239" sldId="347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2838984948" sldId="348"/>
        </pc:sldMkLst>
      </pc:sldChg>
      <pc:sldChg chg="modSp add mod">
        <pc:chgData name="Shambhu Kumar" userId="74963117abc18628" providerId="LiveId" clId="{1D4DB0BF-8462-45C1-9D5E-1E9F271BD023}" dt="2025-02-11T18:11:03.456" v="441" actId="20577"/>
        <pc:sldMkLst>
          <pc:docMk/>
          <pc:sldMk cId="4026151084" sldId="348"/>
        </pc:sldMkLst>
      </pc:sldChg>
      <pc:sldChg chg="modSp add mod">
        <pc:chgData name="Shambhu Kumar" userId="74963117abc18628" providerId="LiveId" clId="{1D4DB0BF-8462-45C1-9D5E-1E9F271BD023}" dt="2025-02-11T18:14:02.030" v="545" actId="20577"/>
        <pc:sldMkLst>
          <pc:docMk/>
          <pc:sldMk cId="53850840" sldId="349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66026277" sldId="349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2453835151" sldId="350"/>
        </pc:sldMkLst>
      </pc:sldChg>
      <pc:sldChg chg="modSp add mod ord">
        <pc:chgData name="Shambhu Kumar" userId="74963117abc18628" providerId="LiveId" clId="{1D4DB0BF-8462-45C1-9D5E-1E9F271BD023}" dt="2025-02-11T18:11:28.088" v="467" actId="20577"/>
        <pc:sldMkLst>
          <pc:docMk/>
          <pc:sldMk cId="3498661325" sldId="350"/>
        </pc:sldMkLst>
      </pc:sldChg>
      <pc:sldChg chg="modSp add mod">
        <pc:chgData name="Shambhu Kumar" userId="74963117abc18628" providerId="LiveId" clId="{1D4DB0BF-8462-45C1-9D5E-1E9F271BD023}" dt="2025-02-11T18:13:44.004" v="519" actId="20577"/>
        <pc:sldMkLst>
          <pc:docMk/>
          <pc:sldMk cId="1502560521" sldId="351"/>
        </pc:sldMkLst>
      </pc:sldChg>
      <pc:sldChg chg="modSp add mod">
        <pc:chgData name="Shambhu Kumar" userId="74963117abc18628" providerId="LiveId" clId="{1D4DB0BF-8462-45C1-9D5E-1E9F271BD023}" dt="2025-02-11T18:13:21.347" v="493" actId="20577"/>
        <pc:sldMkLst>
          <pc:docMk/>
          <pc:sldMk cId="1096850339" sldId="352"/>
        </pc:sldMkLst>
      </pc:sldChg>
      <pc:sldChg chg="modSp add mod">
        <pc:chgData name="Shambhu Kumar" userId="74963117abc18628" providerId="LiveId" clId="{1D4DB0BF-8462-45C1-9D5E-1E9F271BD023}" dt="2025-02-11T18:10:14.854" v="413" actId="20577"/>
        <pc:sldMkLst>
          <pc:docMk/>
          <pc:sldMk cId="1099021037" sldId="353"/>
        </pc:sldMkLst>
      </pc:sldChg>
    </pc:docChg>
  </pc:docChgLst>
  <pc:docChgLst>
    <pc:chgData name="Shambhu Kumar" userId="74963117abc18628" providerId="LiveId" clId="{EE98A86D-0BB6-411D-95BC-2BEE47B76345}"/>
    <pc:docChg chg="addSld modSld">
      <pc:chgData name="Shambhu Kumar" userId="74963117abc18628" providerId="LiveId" clId="{EE98A86D-0BB6-411D-95BC-2BEE47B76345}" dt="2024-10-17T02:30:15.522" v="4"/>
      <pc:docMkLst>
        <pc:docMk/>
      </pc:docMkLst>
      <pc:sldChg chg="modSp add mod">
        <pc:chgData name="Shambhu Kumar" userId="74963117abc18628" providerId="LiveId" clId="{EE98A86D-0BB6-411D-95BC-2BEE47B76345}" dt="2024-10-17T02:30:15.522" v="4"/>
        <pc:sldMkLst>
          <pc:docMk/>
          <pc:sldMk cId="3230968509" sldId="331"/>
        </pc:sldMkLst>
      </pc:sldChg>
    </pc:docChg>
  </pc:docChgLst>
  <pc:docChgLst>
    <pc:chgData name="Shambhu Kumar" userId="74963117abc18628" providerId="LiveId" clId="{D0F5C3E4-968E-4289-AD4A-CC5F415A0166}"/>
    <pc:docChg chg="custSel addSld modSld">
      <pc:chgData name="Shambhu Kumar" userId="74963117abc18628" providerId="LiveId" clId="{D0F5C3E4-968E-4289-AD4A-CC5F415A0166}" dt="2024-09-20T05:50:06.100" v="152" actId="20577"/>
      <pc:docMkLst>
        <pc:docMk/>
      </pc:docMkLst>
      <pc:sldChg chg="modSp mod">
        <pc:chgData name="Shambhu Kumar" userId="74963117abc18628" providerId="LiveId" clId="{D0F5C3E4-968E-4289-AD4A-CC5F415A0166}" dt="2024-09-16T06:10:30.861" v="64" actId="20577"/>
        <pc:sldMkLst>
          <pc:docMk/>
          <pc:sldMk cId="1970971110" sldId="283"/>
        </pc:sldMkLst>
      </pc:sldChg>
      <pc:sldChg chg="modSp mod">
        <pc:chgData name="Shambhu Kumar" userId="74963117abc18628" providerId="LiveId" clId="{D0F5C3E4-968E-4289-AD4A-CC5F415A0166}" dt="2024-09-18T06:11:25.480" v="136" actId="20577"/>
        <pc:sldMkLst>
          <pc:docMk/>
          <pc:sldMk cId="3177440632" sldId="292"/>
        </pc:sldMkLst>
      </pc:sldChg>
      <pc:sldChg chg="modSp mod">
        <pc:chgData name="Shambhu Kumar" userId="74963117abc18628" providerId="LiveId" clId="{D0F5C3E4-968E-4289-AD4A-CC5F415A0166}" dt="2024-09-20T05:35:20.150" v="144" actId="20577"/>
        <pc:sldMkLst>
          <pc:docMk/>
          <pc:sldMk cId="3582958161" sldId="295"/>
        </pc:sldMkLst>
      </pc:sldChg>
      <pc:sldChg chg="modSp mod">
        <pc:chgData name="Shambhu Kumar" userId="74963117abc18628" providerId="LiveId" clId="{D0F5C3E4-968E-4289-AD4A-CC5F415A0166}" dt="2024-09-20T05:50:06.100" v="152" actId="20577"/>
        <pc:sldMkLst>
          <pc:docMk/>
          <pc:sldMk cId="2383997015" sldId="296"/>
        </pc:sldMkLst>
      </pc:sldChg>
      <pc:sldChg chg="modSp add mod">
        <pc:chgData name="Shambhu Kumar" userId="74963117abc18628" providerId="LiveId" clId="{D0F5C3E4-968E-4289-AD4A-CC5F415A0166}" dt="2024-09-16T06:14:14.276" v="107" actId="20577"/>
        <pc:sldMkLst>
          <pc:docMk/>
          <pc:sldMk cId="1267022428" sldId="330"/>
        </pc:sldMkLst>
      </pc:sldChg>
    </pc:docChg>
  </pc:docChgLst>
  <pc:docChgLst>
    <pc:chgData name="Shambhu Kumar" userId="74963117abc18628" providerId="LiveId" clId="{3808CF78-3F47-4597-895F-96ACE2268E46}"/>
    <pc:docChg chg="custSel addSld delSld modSld sldOrd">
      <pc:chgData name="Shambhu Kumar" userId="74963117abc18628" providerId="LiveId" clId="{3808CF78-3F47-4597-895F-96ACE2268E46}" dt="2024-06-05T02:05:11.022" v="585" actId="20577"/>
      <pc:docMkLst>
        <pc:docMk/>
      </pc:docMkLst>
      <pc:sldChg chg="modSp mod">
        <pc:chgData name="Shambhu Kumar" userId="74963117abc18628" providerId="LiveId" clId="{3808CF78-3F47-4597-895F-96ACE2268E46}" dt="2024-05-19T12:12:26.794" v="167" actId="20577"/>
        <pc:sldMkLst>
          <pc:docMk/>
          <pc:sldMk cId="3832484108" sldId="280"/>
        </pc:sldMkLst>
      </pc:sldChg>
      <pc:sldChg chg="modSp mod">
        <pc:chgData name="Shambhu Kumar" userId="74963117abc18628" providerId="LiveId" clId="{3808CF78-3F47-4597-895F-96ACE2268E46}" dt="2024-05-19T11:53:38.489" v="37" actId="20577"/>
        <pc:sldMkLst>
          <pc:docMk/>
          <pc:sldMk cId="1013362040" sldId="281"/>
        </pc:sldMkLst>
      </pc:sldChg>
      <pc:sldChg chg="modSp mod">
        <pc:chgData name="Shambhu Kumar" userId="74963117abc18628" providerId="LiveId" clId="{3808CF78-3F47-4597-895F-96ACE2268E46}" dt="2024-05-19T11:53:45.137" v="39" actId="20577"/>
        <pc:sldMkLst>
          <pc:docMk/>
          <pc:sldMk cId="931235251" sldId="282"/>
        </pc:sldMkLst>
      </pc:sldChg>
      <pc:sldChg chg="modSp mod">
        <pc:chgData name="Shambhu Kumar" userId="74963117abc18628" providerId="LiveId" clId="{3808CF78-3F47-4597-895F-96ACE2268E46}" dt="2024-05-19T11:53:53.617" v="41" actId="20577"/>
        <pc:sldMkLst>
          <pc:docMk/>
          <pc:sldMk cId="1970971110" sldId="283"/>
        </pc:sldMkLst>
      </pc:sldChg>
      <pc:sldChg chg="modSp mod">
        <pc:chgData name="Shambhu Kumar" userId="74963117abc18628" providerId="LiveId" clId="{3808CF78-3F47-4597-895F-96ACE2268E46}" dt="2024-05-19T11:53:11.144" v="33" actId="20577"/>
        <pc:sldMkLst>
          <pc:docMk/>
          <pc:sldMk cId="1736692563" sldId="284"/>
        </pc:sldMkLst>
      </pc:sldChg>
      <pc:sldChg chg="modSp mod">
        <pc:chgData name="Shambhu Kumar" userId="74963117abc18628" providerId="LiveId" clId="{3808CF78-3F47-4597-895F-96ACE2268E46}" dt="2024-05-19T11:54:08.413" v="43" actId="20577"/>
        <pc:sldMkLst>
          <pc:docMk/>
          <pc:sldMk cId="3839664945" sldId="285"/>
        </pc:sldMkLst>
      </pc:sldChg>
      <pc:sldChg chg="modSp mod">
        <pc:chgData name="Shambhu Kumar" userId="74963117abc18628" providerId="LiveId" clId="{3808CF78-3F47-4597-895F-96ACE2268E46}" dt="2024-05-19T11:54:13.224" v="46" actId="20577"/>
        <pc:sldMkLst>
          <pc:docMk/>
          <pc:sldMk cId="832093511" sldId="286"/>
        </pc:sldMkLst>
      </pc:sldChg>
      <pc:sldChg chg="modSp mod">
        <pc:chgData name="Shambhu Kumar" userId="74963117abc18628" providerId="LiveId" clId="{3808CF78-3F47-4597-895F-96ACE2268E46}" dt="2024-05-19T11:54:31.694" v="48" actId="20577"/>
        <pc:sldMkLst>
          <pc:docMk/>
          <pc:sldMk cId="4166159427" sldId="287"/>
        </pc:sldMkLst>
      </pc:sldChg>
      <pc:sldChg chg="modSp mod">
        <pc:chgData name="Shambhu Kumar" userId="74963117abc18628" providerId="LiveId" clId="{3808CF78-3F47-4597-895F-96ACE2268E46}" dt="2024-05-19T11:53:33.979" v="35" actId="20577"/>
        <pc:sldMkLst>
          <pc:docMk/>
          <pc:sldMk cId="2875038696" sldId="288"/>
        </pc:sldMkLst>
      </pc:sldChg>
      <pc:sldChg chg="modSp mod">
        <pc:chgData name="Shambhu Kumar" userId="74963117abc18628" providerId="LiveId" clId="{3808CF78-3F47-4597-895F-96ACE2268E46}" dt="2024-05-19T11:52:54.312" v="31" actId="20577"/>
        <pc:sldMkLst>
          <pc:docMk/>
          <pc:sldMk cId="3240301476" sldId="289"/>
        </pc:sldMkLst>
      </pc:sldChg>
      <pc:sldChg chg="modSp mod">
        <pc:chgData name="Shambhu Kumar" userId="74963117abc18628" providerId="LiveId" clId="{3808CF78-3F47-4597-895F-96ACE2268E46}" dt="2024-05-19T11:54:45.306" v="50" actId="20577"/>
        <pc:sldMkLst>
          <pc:docMk/>
          <pc:sldMk cId="1462126841" sldId="290"/>
        </pc:sldMkLst>
      </pc:sldChg>
      <pc:sldChg chg="modSp mod">
        <pc:chgData name="Shambhu Kumar" userId="74963117abc18628" providerId="LiveId" clId="{3808CF78-3F47-4597-895F-96ACE2268E46}" dt="2024-05-19T11:54:55.421" v="52" actId="20577"/>
        <pc:sldMkLst>
          <pc:docMk/>
          <pc:sldMk cId="1252936886" sldId="291"/>
        </pc:sldMkLst>
      </pc:sldChg>
      <pc:sldChg chg="modSp mod">
        <pc:chgData name="Shambhu Kumar" userId="74963117abc18628" providerId="LiveId" clId="{3808CF78-3F47-4597-895F-96ACE2268E46}" dt="2024-05-19T11:55:00.463" v="54" actId="20577"/>
        <pc:sldMkLst>
          <pc:docMk/>
          <pc:sldMk cId="3177440632" sldId="292"/>
        </pc:sldMkLst>
      </pc:sldChg>
      <pc:sldChg chg="modSp mod">
        <pc:chgData name="Shambhu Kumar" userId="74963117abc18628" providerId="LiveId" clId="{3808CF78-3F47-4597-895F-96ACE2268E46}" dt="2024-05-19T11:55:47.048" v="56" actId="20577"/>
        <pc:sldMkLst>
          <pc:docMk/>
          <pc:sldMk cId="1489661934" sldId="293"/>
        </pc:sldMkLst>
      </pc:sldChg>
      <pc:sldChg chg="modSp mod">
        <pc:chgData name="Shambhu Kumar" userId="74963117abc18628" providerId="LiveId" clId="{3808CF78-3F47-4597-895F-96ACE2268E46}" dt="2024-05-19T11:55:53.226" v="58" actId="20577"/>
        <pc:sldMkLst>
          <pc:docMk/>
          <pc:sldMk cId="119285140" sldId="294"/>
        </pc:sldMkLst>
      </pc:sldChg>
      <pc:sldChg chg="modSp mod">
        <pc:chgData name="Shambhu Kumar" userId="74963117abc18628" providerId="LiveId" clId="{3808CF78-3F47-4597-895F-96ACE2268E46}" dt="2024-05-19T11:56:00.006" v="60" actId="20577"/>
        <pc:sldMkLst>
          <pc:docMk/>
          <pc:sldMk cId="3582958161" sldId="295"/>
        </pc:sldMkLst>
      </pc:sldChg>
      <pc:sldChg chg="modSp mod">
        <pc:chgData name="Shambhu Kumar" userId="74963117abc18628" providerId="LiveId" clId="{3808CF78-3F47-4597-895F-96ACE2268E46}" dt="2024-05-19T11:56:05.258" v="62" actId="20577"/>
        <pc:sldMkLst>
          <pc:docMk/>
          <pc:sldMk cId="2383997015" sldId="296"/>
        </pc:sldMkLst>
      </pc:sldChg>
      <pc:sldChg chg="modSp mod">
        <pc:chgData name="Shambhu Kumar" userId="74963117abc18628" providerId="LiveId" clId="{3808CF78-3F47-4597-895F-96ACE2268E46}" dt="2024-05-19T11:56:20.271" v="64" actId="20577"/>
        <pc:sldMkLst>
          <pc:docMk/>
          <pc:sldMk cId="112295307" sldId="297"/>
        </pc:sldMkLst>
      </pc:sldChg>
      <pc:sldChg chg="modSp mod">
        <pc:chgData name="Shambhu Kumar" userId="74963117abc18628" providerId="LiveId" clId="{3808CF78-3F47-4597-895F-96ACE2268E46}" dt="2024-05-19T11:58:20.420" v="117" actId="20577"/>
        <pc:sldMkLst>
          <pc:docMk/>
          <pc:sldMk cId="3029266992" sldId="298"/>
        </pc:sldMkLst>
      </pc:sldChg>
      <pc:sldChg chg="modSp mod">
        <pc:chgData name="Shambhu Kumar" userId="74963117abc18628" providerId="LiveId" clId="{3808CF78-3F47-4597-895F-96ACE2268E46}" dt="2024-05-19T11:59:16.918" v="119" actId="20577"/>
        <pc:sldMkLst>
          <pc:docMk/>
          <pc:sldMk cId="3826872898" sldId="299"/>
        </pc:sldMkLst>
      </pc:sldChg>
      <pc:sldChg chg="del">
        <pc:chgData name="Shambhu Kumar" userId="74963117abc18628" providerId="LiveId" clId="{3808CF78-3F47-4597-895F-96ACE2268E46}" dt="2024-05-19T11:59:36.578" v="120" actId="2696"/>
        <pc:sldMkLst>
          <pc:docMk/>
          <pc:sldMk cId="4022226011" sldId="300"/>
        </pc:sldMkLst>
      </pc:sldChg>
      <pc:sldChg chg="modSp mod ord">
        <pc:chgData name="Shambhu Kumar" userId="74963117abc18628" providerId="LiveId" clId="{3808CF78-3F47-4597-895F-96ACE2268E46}" dt="2024-05-27T01:59:04.482" v="182" actId="20577"/>
        <pc:sldMkLst>
          <pc:docMk/>
          <pc:sldMk cId="4117485350" sldId="301"/>
        </pc:sldMkLst>
      </pc:sldChg>
      <pc:sldChg chg="modSp mod">
        <pc:chgData name="Shambhu Kumar" userId="74963117abc18628" providerId="LiveId" clId="{3808CF78-3F47-4597-895F-96ACE2268E46}" dt="2024-05-19T12:00:00.957" v="124" actId="20577"/>
        <pc:sldMkLst>
          <pc:docMk/>
          <pc:sldMk cId="3836207760" sldId="304"/>
        </pc:sldMkLst>
      </pc:sldChg>
      <pc:sldChg chg="modSp mod">
        <pc:chgData name="Shambhu Kumar" userId="74963117abc18628" providerId="LiveId" clId="{3808CF78-3F47-4597-895F-96ACE2268E46}" dt="2024-05-19T12:00:10.768" v="126" actId="20577"/>
        <pc:sldMkLst>
          <pc:docMk/>
          <pc:sldMk cId="3376636377" sldId="305"/>
        </pc:sldMkLst>
      </pc:sldChg>
      <pc:sldChg chg="modSp mod">
        <pc:chgData name="Shambhu Kumar" userId="74963117abc18628" providerId="LiveId" clId="{3808CF78-3F47-4597-895F-96ACE2268E46}" dt="2024-05-19T12:09:09.315" v="148" actId="20577"/>
        <pc:sldMkLst>
          <pc:docMk/>
          <pc:sldMk cId="2204235057" sldId="306"/>
        </pc:sldMkLst>
      </pc:sldChg>
      <pc:sldChg chg="modSp mod">
        <pc:chgData name="Shambhu Kumar" userId="74963117abc18628" providerId="LiveId" clId="{3808CF78-3F47-4597-895F-96ACE2268E46}" dt="2024-05-19T12:00:28.417" v="128" actId="20577"/>
        <pc:sldMkLst>
          <pc:docMk/>
          <pc:sldMk cId="2889649690" sldId="307"/>
        </pc:sldMkLst>
      </pc:sldChg>
      <pc:sldChg chg="modSp mod">
        <pc:chgData name="Shambhu Kumar" userId="74963117abc18628" providerId="LiveId" clId="{3808CF78-3F47-4597-895F-96ACE2268E46}" dt="2024-05-19T12:02:29.733" v="134" actId="20577"/>
        <pc:sldMkLst>
          <pc:docMk/>
          <pc:sldMk cId="2152851144" sldId="308"/>
        </pc:sldMkLst>
      </pc:sldChg>
      <pc:sldChg chg="modSp mod">
        <pc:chgData name="Shambhu Kumar" userId="74963117abc18628" providerId="LiveId" clId="{3808CF78-3F47-4597-895F-96ACE2268E46}" dt="2024-05-19T12:02:16.484" v="130" actId="20577"/>
        <pc:sldMkLst>
          <pc:docMk/>
          <pc:sldMk cId="2880348229" sldId="309"/>
        </pc:sldMkLst>
      </pc:sldChg>
      <pc:sldChg chg="modSp mod">
        <pc:chgData name="Shambhu Kumar" userId="74963117abc18628" providerId="LiveId" clId="{3808CF78-3F47-4597-895F-96ACE2268E46}" dt="2024-05-19T12:02:23.259" v="132" actId="20577"/>
        <pc:sldMkLst>
          <pc:docMk/>
          <pc:sldMk cId="1927079181" sldId="310"/>
        </pc:sldMkLst>
      </pc:sldChg>
      <pc:sldChg chg="modSp mod">
        <pc:chgData name="Shambhu Kumar" userId="74963117abc18628" providerId="LiveId" clId="{3808CF78-3F47-4597-895F-96ACE2268E46}" dt="2024-05-19T12:09:56.073" v="160" actId="20577"/>
        <pc:sldMkLst>
          <pc:docMk/>
          <pc:sldMk cId="1408209907" sldId="311"/>
        </pc:sldMkLst>
      </pc:sldChg>
      <pc:sldChg chg="modSp mod">
        <pc:chgData name="Shambhu Kumar" userId="74963117abc18628" providerId="LiveId" clId="{3808CF78-3F47-4597-895F-96ACE2268E46}" dt="2024-05-31T09:35:08.663" v="264" actId="20577"/>
        <pc:sldMkLst>
          <pc:docMk/>
          <pc:sldMk cId="1660994441" sldId="312"/>
        </pc:sldMkLst>
      </pc:sldChg>
      <pc:sldChg chg="modSp mod">
        <pc:chgData name="Shambhu Kumar" userId="74963117abc18628" providerId="LiveId" clId="{3808CF78-3F47-4597-895F-96ACE2268E46}" dt="2024-05-19T12:09:21.312" v="152" actId="20577"/>
        <pc:sldMkLst>
          <pc:docMk/>
          <pc:sldMk cId="674546920" sldId="313"/>
        </pc:sldMkLst>
      </pc:sldChg>
      <pc:sldChg chg="modSp mod">
        <pc:chgData name="Shambhu Kumar" userId="74963117abc18628" providerId="LiveId" clId="{3808CF78-3F47-4597-895F-96ACE2268E46}" dt="2024-05-19T12:09:32.487" v="156" actId="20577"/>
        <pc:sldMkLst>
          <pc:docMk/>
          <pc:sldMk cId="4209713976" sldId="314"/>
        </pc:sldMkLst>
      </pc:sldChg>
      <pc:sldChg chg="modSp mod">
        <pc:chgData name="Shambhu Kumar" userId="74963117abc18628" providerId="LiveId" clId="{3808CF78-3F47-4597-895F-96ACE2268E46}" dt="2024-05-19T12:09:39.308" v="158" actId="20577"/>
        <pc:sldMkLst>
          <pc:docMk/>
          <pc:sldMk cId="1401482267" sldId="315"/>
        </pc:sldMkLst>
      </pc:sldChg>
      <pc:sldChg chg="modSp mod">
        <pc:chgData name="Shambhu Kumar" userId="74963117abc18628" providerId="LiveId" clId="{3808CF78-3F47-4597-895F-96ACE2268E46}" dt="2024-05-19T12:09:25.653" v="154" actId="20577"/>
        <pc:sldMkLst>
          <pc:docMk/>
          <pc:sldMk cId="2534278900" sldId="316"/>
        </pc:sldMkLst>
      </pc:sldChg>
      <pc:sldChg chg="modSp mod">
        <pc:chgData name="Shambhu Kumar" userId="74963117abc18628" providerId="LiveId" clId="{3808CF78-3F47-4597-895F-96ACE2268E46}" dt="2024-05-19T11:59:49.765" v="122" actId="20577"/>
        <pc:sldMkLst>
          <pc:docMk/>
          <pc:sldMk cId="543287374" sldId="320"/>
        </pc:sldMkLst>
      </pc:sldChg>
      <pc:sldChg chg="del">
        <pc:chgData name="Shambhu Kumar" userId="74963117abc18628" providerId="LiveId" clId="{3808CF78-3F47-4597-895F-96ACE2268E46}" dt="2024-05-19T12:08:05.208" v="139" actId="2696"/>
        <pc:sldMkLst>
          <pc:docMk/>
          <pc:sldMk cId="1117750119" sldId="321"/>
        </pc:sldMkLst>
      </pc:sldChg>
      <pc:sldChg chg="modSp mod">
        <pc:chgData name="Shambhu Kumar" userId="74963117abc18628" providerId="LiveId" clId="{3808CF78-3F47-4597-895F-96ACE2268E46}" dt="2024-05-19T12:02:50.894" v="138" actId="20577"/>
        <pc:sldMkLst>
          <pc:docMk/>
          <pc:sldMk cId="2412309844" sldId="322"/>
        </pc:sldMkLst>
      </pc:sldChg>
      <pc:sldChg chg="modSp mod">
        <pc:chgData name="Shambhu Kumar" userId="74963117abc18628" providerId="LiveId" clId="{3808CF78-3F47-4597-895F-96ACE2268E46}" dt="2024-05-19T11:52:49.980" v="27" actId="20577"/>
        <pc:sldMkLst>
          <pc:docMk/>
          <pc:sldMk cId="2093914745" sldId="324"/>
        </pc:sldMkLst>
      </pc:sldChg>
      <pc:sldChg chg="modSp add mod">
        <pc:chgData name="Shambhu Kumar" userId="74963117abc18628" providerId="LiveId" clId="{3808CF78-3F47-4597-895F-96ACE2268E46}" dt="2024-05-19T11:56:56.886" v="113" actId="20577"/>
        <pc:sldMkLst>
          <pc:docMk/>
          <pc:sldMk cId="2392762508" sldId="325"/>
        </pc:sldMkLst>
      </pc:sldChg>
      <pc:sldChg chg="modSp add mod">
        <pc:chgData name="Shambhu Kumar" userId="74963117abc18628" providerId="LiveId" clId="{3808CF78-3F47-4597-895F-96ACE2268E46}" dt="2024-06-05T02:05:11.022" v="585" actId="20577"/>
        <pc:sldMkLst>
          <pc:docMk/>
          <pc:sldMk cId="3127791340" sldId="326"/>
        </pc:sldMkLst>
      </pc:sldChg>
      <pc:sldChg chg="modSp add mod">
        <pc:chgData name="Shambhu Kumar" userId="74963117abc18628" providerId="LiveId" clId="{3808CF78-3F47-4597-895F-96ACE2268E46}" dt="2024-05-31T09:06:21.663" v="259" actId="20577"/>
        <pc:sldMkLst>
          <pc:docMk/>
          <pc:sldMk cId="2173066823" sldId="327"/>
        </pc:sldMkLst>
      </pc:sldChg>
      <pc:sldChg chg="modSp add mod">
        <pc:chgData name="Shambhu Kumar" userId="74963117abc18628" providerId="LiveId" clId="{3808CF78-3F47-4597-895F-96ACE2268E46}" dt="2024-05-31T10:58:28.912" v="570" actId="20577"/>
        <pc:sldMkLst>
          <pc:docMk/>
          <pc:sldMk cId="2477768325" sldId="32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6E5BE-86F4-4781-A599-A1C725C77E86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76E12-E99D-4A7C-B4B6-D436B1254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4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9B35-7AC3-448E-85F6-B3F0DAC7D9B5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D9B9-BB67-4C5D-8668-FF792403C42D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94F5-B965-4A79-AC50-DAA234585E0B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0B9A-E821-4900-ADEC-C57BA23E0AA9}" type="datetime1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A1E5-A2B9-4546-84D2-B35C40D2C483}" type="datetime1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A6F1-B4BA-4DE3-A5FE-31B8E70E3190}" type="datetime1">
              <a:rPr lang="en-US" smtClean="0"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9A47-07F8-4CF8-8CDB-25A0C2CB9326}" type="datetime1">
              <a:rPr lang="en-US" smtClean="0"/>
              <a:t>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AA37-243C-4132-AD67-9A83079DC9E4}" type="datetime1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650D-EE92-4A56-98F6-145B26863010}" type="datetime1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8347-51E0-42F4-B9D6-8C06F35C6360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5E0EC-D03E-4F97-82D9-9908EAAE7228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09516-CB4D-4958-96BC-404885A15E0D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fibonacci-number/descriptio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18512-F099-F238-C3EB-70A51A9D5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CADB9-D772-BC63-6A7C-CED1932B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C3F04-E680-B5CB-01A7-40FD4DB22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print all the numbers from 1 to 10.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D6853-8F18-3B51-F0C4-7EF8F1924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C3BAB-D236-136E-13BE-334086C7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FFF96-924E-6407-838B-BA4D9611B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DAC2E06-D428-DA65-97BA-4140413B509E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750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42BBE-76E2-446B-81CB-36FA6C1DE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73BF4-C2D8-BEC9-57C8-9B2FDF00E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3ED8B-36AB-6D44-9356-3DC8502C3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print all the numbers from 10 to 1.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ED432-8C28-4A10-CC75-425692E9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EB35B-2E5A-9491-40BD-D7BD29060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E8359-2A85-CE11-1BC9-19D47819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EDFEEAF-52E4-BCBA-42D8-7BCDDF48B34C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836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E1C1E-011D-4B8F-9669-D91382803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B22C-30B7-95C5-92DE-4474EB113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353E0-6BBC-A7EE-DE64-16685A70C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print all the even numbers from 1 to 100.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3432B-A62C-8F43-8DC8-C3F404876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D2F80-D24B-A781-476A-53FAB011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8AA8E-CA5B-7D3E-50E5-AE0C9533C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63C77DF-E3E8-BB85-094F-12194D9D0ACF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3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237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A2A5F-5C05-9A6D-14B1-92DC99C0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AF69-0024-A080-B575-3F913965B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D6C5E-3281-A4FD-9F56-90FF6E03A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print all the 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odd</a:t>
            </a: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numbers from 1 to 100.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FBF98-35AE-AB4C-839E-E71A4E18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19ED0-1E05-7B34-9956-9DE34086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D1E45-114D-AB2E-FD1F-10689E7E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A4A1AF3-43EC-7CFC-B85F-12469F0A6B8F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4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881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2A468-68BA-9F16-2A9C-789374EF1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B675-69EB-D923-7367-AD56241DD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D0791-3B5F-A3D2-9FAF-92FC76B6A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print and count all the numbers from 1 to 100  which are divisible by 7.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F6FE0-1D4B-F9A7-EA30-273DB5DC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C29D-AB73-1479-59D9-2C65949A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F1591-5FD2-3A82-68A9-657164D9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618CE6A-961A-136E-4B59-E0BC8B5D0393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5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625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6CAC1-02D6-E477-7A84-880AC793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C14AB-7F58-8A50-FB73-729CCF845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618A6-5261-993A-DC08-211015303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print and count all the numbers from 1 to 100  which are divisible by 7 or ends with 7.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110E4-ACF6-E63C-4B89-BEB0E9D26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5433F-A8D0-1ACF-EE40-1C25C3056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EC2D8-DC87-B9B9-A475-1C5A2EA15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3D6D999-DCC4-63F2-8485-451A0EB48758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6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272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96CC3-F585-BE6B-A4A4-0B8C202B0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9F331-76E6-BD16-052E-5E70E88AA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1F9B9-F0AA-EFEE-57D6-AE8FF3B87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print and count all the numbers from 1 to 1000  which are divisible by 7 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also</a:t>
            </a: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ends with 7.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11E44-7C2F-A302-AEFB-5DD268DC1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ADF59-AFA0-8D50-E73D-1BFDDDF3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4870B-3CA6-8FF1-711C-84F546239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FDCD729-E3DC-59DE-5D5B-FC0B315DD6AD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7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69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E3F47-B610-66F5-27B0-EDEF154B5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97898-5D8B-D4B3-2E25-4CB9E3B67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C6128-0E4B-5DCF-E347-13085F8D8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print all the factors of a number.(number itself excluded)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 err="1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/p: 28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o/p: 1	2	4	7	14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425EC-3D65-4D53-21CD-9A52B764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A55E0-1F36-1509-B644-62EEC3564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D7E99-0B6E-415A-193D-4BE47B087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4954021-CB94-1630-E5A5-075EB5EA1DED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8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0EFB7E-3142-5420-AF02-C08268F5802C}"/>
              </a:ext>
            </a:extLst>
          </p:cNvPr>
          <p:cNvSpPr/>
          <p:nvPr/>
        </p:nvSpPr>
        <p:spPr>
          <a:xfrm rot="19756096">
            <a:off x="5569027" y="4309771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819383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9F749-D181-8EAD-2F1C-0E563C662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14C3-0276-0E6A-C30C-B760DECF2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7EF7C-B6A7-C8BB-89AC-CBAF49B31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factors of a number.(number itself excluded)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 err="1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/p: 28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o/p: Total Factors are: 5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303D3-102B-E419-63E0-37EA481E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DC339-295E-B482-6560-82756F868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458E8-B67F-C34F-B596-5D0B4B420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A9D47E7-188B-16CC-3CD2-CDE5E660DF45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9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FA44502-4361-B91D-01BD-7642E3B19A8E}"/>
              </a:ext>
            </a:extLst>
          </p:cNvPr>
          <p:cNvSpPr/>
          <p:nvPr/>
        </p:nvSpPr>
        <p:spPr>
          <a:xfrm rot="19756096">
            <a:off x="5569027" y="4309771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2040021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A91C3-1606-7722-E9BA-54BA05AF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0749-48EB-488A-9FC3-8C696AB04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DCAF5-AFAB-B3ED-5947-FEDBF9BF1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print and 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all the factors of a number.(number itself excluded)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 err="1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/p: 28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o/p: 1	2	4	7	14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Factors are: 5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88950-F82E-B7CD-7865-904410FE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97D41-99CE-CAB8-F425-BC66C9FA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2070C-5AC3-8A05-4E47-4C5395AAC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94EE17C-955B-2289-7899-AED87BF18385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10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233B40-6DFB-5D0B-DA00-840CB4D65372}"/>
              </a:ext>
            </a:extLst>
          </p:cNvPr>
          <p:cNvSpPr/>
          <p:nvPr/>
        </p:nvSpPr>
        <p:spPr>
          <a:xfrm rot="19756096">
            <a:off x="5569027" y="4309771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4117489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B2993-F1A1-578E-B745-F5A7A2B1D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293A-6072-CE22-6250-B85629D9E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D494B-1B82-6761-BB17-1776DE240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print a number is prime number or not.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A2070-DFDD-02EE-9F63-59BE3F55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D37B3-EEBE-8A0A-D16B-281FB5A44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11AA9-97E6-6CF3-9291-C4E685C85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36A5649-5C8E-83D6-20EA-87C31A01D460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11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318392-AE25-2ED7-1D46-0626BA8DB947}"/>
              </a:ext>
            </a:extLst>
          </p:cNvPr>
          <p:cNvSpPr/>
          <p:nvPr/>
        </p:nvSpPr>
        <p:spPr>
          <a:xfrm rot="19756096">
            <a:off x="5569027" y="4309771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4127016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8097A-41F6-AFFC-175A-5BB570E22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CEC68-E28C-BCAF-B6BB-BF861DD3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B8E9E-C429-C9C3-24AA-3FC8BD071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print all the ter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ms of Fibonacci series up to n.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 err="1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/p: 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endParaRPr lang="en-IN" sz="3600" b="1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o/p: </a:t>
            </a:r>
            <a:r>
              <a:rPr lang="en-IN" sz="40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IN" sz="40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	1	2	3	5	8	13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D9182-8BEF-1DEF-195A-86D83708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7AAD7-479F-3FFB-E7AA-765C0ECE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45B33-1B17-7852-C456-E3E29648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0782CDB-3516-52FB-9D84-41BF382207B1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12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2C5828-B16C-EACC-86D0-0F1F8F3D47C5}"/>
              </a:ext>
            </a:extLst>
          </p:cNvPr>
          <p:cNvSpPr/>
          <p:nvPr/>
        </p:nvSpPr>
        <p:spPr>
          <a:xfrm rot="19756096">
            <a:off x="3984250" y="479611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401434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17D3E-5B3A-CC88-9701-ABD3BB88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96EE1-2563-6E5A-74D9-220EB58C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A89C2-92EF-D27B-C4D0-2763D7D2F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WAJP to print the nth term of Fibonacci series.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 err="1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/p: 7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o/p: 13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E3A21-FE12-6019-7AF5-6031F49E4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08E20-A5CC-1F98-D1B2-6D6E0B12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6D278-1383-8ED5-89DA-DF4D5F47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23CC88B-95EA-5CB5-9AB3-6314E3A87622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13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844E6D-7825-120C-A9EC-72315A3C7E2C}"/>
              </a:ext>
            </a:extLst>
          </p:cNvPr>
          <p:cNvSpPr/>
          <p:nvPr/>
        </p:nvSpPr>
        <p:spPr>
          <a:xfrm rot="19756096">
            <a:off x="5569027" y="4309771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4114530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6DE8F-33D8-6FFB-E32E-B3BC3FFAE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B6600-4C1B-3B31-B4A3-030236754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58846-862E-2009-A014-EC39B6060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4000" b="1" u="sng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Nth Term of </a:t>
            </a:r>
            <a:r>
              <a:rPr lang="en-IN" sz="4000" b="1" u="sng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Fibonacci</a:t>
            </a:r>
            <a:r>
              <a:rPr lang="en-IN" sz="4000" b="1" u="sng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IN" sz="2800" b="1" kern="1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https://leetcode.com/problems/fibonacci-number/description/</a:t>
            </a:r>
            <a:endParaRPr lang="en-IN" sz="2800" b="1" kern="1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86A33-1863-8B7B-58C6-19628C97E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B4BA6-4E61-58D8-69F8-DC8926F0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96FC9-329E-0312-6B44-18E1DCCD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E4D528A-1701-EC3A-AA60-C4A5CCED6D8D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14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D28C61-5711-C45D-EA21-AE597FD64E85}"/>
              </a:ext>
            </a:extLst>
          </p:cNvPr>
          <p:cNvSpPr/>
          <p:nvPr/>
        </p:nvSpPr>
        <p:spPr>
          <a:xfrm rot="19756096">
            <a:off x="5569027" y="4309771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274646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2046</TotalTime>
  <Words>593</Words>
  <Application>Microsoft Office PowerPoint</Application>
  <PresentationFormat>On-screen Show (4:3)</PresentationFormat>
  <Paragraphs>138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  <vt:lpstr>While Loop based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Qspiders</dc:creator>
  <cp:lastModifiedBy>Shambhu Kumar</cp:lastModifiedBy>
  <cp:revision>12</cp:revision>
  <dcterms:created xsi:type="dcterms:W3CDTF">2006-08-16T00:00:00Z</dcterms:created>
  <dcterms:modified xsi:type="dcterms:W3CDTF">2025-02-24T01:40:48Z</dcterms:modified>
</cp:coreProperties>
</file>